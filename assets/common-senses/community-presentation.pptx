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  <Override PartName="/ppt/media/image2.jpeg" ContentType="image/jpeg"/>
  <Override PartName="/ppt/media/image3.jpeg" ContentType="image/jpe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hape 65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6" name="Shape 66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Helvetica Neue"/>
      </a:defRPr>
    </a:lvl1pPr>
    <a:lvl2pPr indent="228600" latinLnBrk="0">
      <a:defRPr sz="1200">
        <a:latin typeface="+mn-lt"/>
        <a:ea typeface="+mn-ea"/>
        <a:cs typeface="+mn-cs"/>
        <a:sym typeface="Helvetica Neue"/>
      </a:defRPr>
    </a:lvl2pPr>
    <a:lvl3pPr indent="457200" latinLnBrk="0">
      <a:defRPr sz="1200">
        <a:latin typeface="+mn-lt"/>
        <a:ea typeface="+mn-ea"/>
        <a:cs typeface="+mn-cs"/>
        <a:sym typeface="Helvetica Neue"/>
      </a:defRPr>
    </a:lvl3pPr>
    <a:lvl4pPr indent="685800" latinLnBrk="0">
      <a:defRPr sz="1200">
        <a:latin typeface="+mn-lt"/>
        <a:ea typeface="+mn-ea"/>
        <a:cs typeface="+mn-cs"/>
        <a:sym typeface="Helvetica Neue"/>
      </a:defRPr>
    </a:lvl4pPr>
    <a:lvl5pPr indent="914400" latinLnBrk="0">
      <a:defRPr sz="1200">
        <a:latin typeface="+mn-lt"/>
        <a:ea typeface="+mn-ea"/>
        <a:cs typeface="+mn-cs"/>
        <a:sym typeface="Helvetica Neue"/>
      </a:defRPr>
    </a:lvl5pPr>
    <a:lvl6pPr indent="1143000" latinLnBrk="0">
      <a:defRPr sz="1200">
        <a:latin typeface="+mn-lt"/>
        <a:ea typeface="+mn-ea"/>
        <a:cs typeface="+mn-cs"/>
        <a:sym typeface="Helvetica Neue"/>
      </a:defRPr>
    </a:lvl6pPr>
    <a:lvl7pPr indent="1371600" latinLnBrk="0">
      <a:defRPr sz="1200">
        <a:latin typeface="+mn-lt"/>
        <a:ea typeface="+mn-ea"/>
        <a:cs typeface="+mn-cs"/>
        <a:sym typeface="Helvetica Neue"/>
      </a:defRPr>
    </a:lvl7pPr>
    <a:lvl8pPr indent="1600200" latinLnBrk="0">
      <a:defRPr sz="1200">
        <a:latin typeface="+mn-lt"/>
        <a:ea typeface="+mn-ea"/>
        <a:cs typeface="+mn-cs"/>
        <a:sym typeface="Helvetica Neue"/>
      </a:defRPr>
    </a:lvl8pPr>
    <a:lvl9pPr indent="1828800" latinLnBrk="0">
      <a:defRPr sz="1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Text"/>
          <p:cNvSpPr txBox="1"/>
          <p:nvPr>
            <p:ph type="title"/>
          </p:nvPr>
        </p:nvSpPr>
        <p:spPr>
          <a:xfrm>
            <a:off x="685800" y="1594485"/>
            <a:ext cx="7772400" cy="1080137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6" name="Body Level One…"/>
          <p:cNvSpPr txBox="1"/>
          <p:nvPr>
            <p:ph type="body" sz="quarter" idx="1"/>
          </p:nvPr>
        </p:nvSpPr>
        <p:spPr>
          <a:xfrm>
            <a:off x="1371600" y="2880360"/>
            <a:ext cx="6400800" cy="1285877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5" name="Body Level One…"/>
          <p:cNvSpPr txBox="1"/>
          <p:nvPr>
            <p:ph type="body" sz="quarter" idx="1"/>
          </p:nvPr>
        </p:nvSpPr>
        <p:spPr>
          <a:xfrm>
            <a:off x="515937" y="2192970"/>
            <a:ext cx="3825877" cy="2058037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4" name="Body Level One…"/>
          <p:cNvSpPr txBox="1"/>
          <p:nvPr>
            <p:ph type="body" sz="quarter" idx="1"/>
          </p:nvPr>
        </p:nvSpPr>
        <p:spPr>
          <a:xfrm>
            <a:off x="515937" y="2192970"/>
            <a:ext cx="3825877" cy="2058037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3" name="Body Level One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5E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" name="bg object 17"/>
          <p:cNvSpPr/>
          <p:nvPr/>
        </p:nvSpPr>
        <p:spPr>
          <a:xfrm>
            <a:off x="4763" y="4824"/>
            <a:ext cx="9139236" cy="114303"/>
          </a:xfrm>
          <a:prstGeom prst="rect">
            <a:avLst/>
          </a:prstGeom>
          <a:solidFill>
            <a:srgbClr val="1B433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" name="bg object 18"/>
          <p:cNvSpPr/>
          <p:nvPr/>
        </p:nvSpPr>
        <p:spPr>
          <a:xfrm>
            <a:off x="4762" y="4825"/>
            <a:ext cx="9139237" cy="1143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600" y="0"/>
                </a:moveTo>
                <a:lnTo>
                  <a:pt x="0" y="0"/>
                </a:lnTo>
                <a:lnTo>
                  <a:pt x="0" y="21600"/>
                </a:lnTo>
                <a:lnTo>
                  <a:pt x="21600" y="21600"/>
                </a:lnTo>
              </a:path>
            </a:pathLst>
          </a:custGeom>
          <a:ln w="12700">
            <a:solidFill>
              <a:srgbClr val="1B4331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" name="bg object 19"/>
          <p:cNvSpPr/>
          <p:nvPr/>
        </p:nvSpPr>
        <p:spPr>
          <a:xfrm>
            <a:off x="4761" y="4824"/>
            <a:ext cx="638178" cy="533403"/>
          </a:xfrm>
          <a:prstGeom prst="rect">
            <a:avLst/>
          </a:prstGeom>
          <a:solidFill>
            <a:srgbClr val="1B433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" name="Title Text"/>
          <p:cNvSpPr txBox="1"/>
          <p:nvPr>
            <p:ph type="title"/>
          </p:nvPr>
        </p:nvSpPr>
        <p:spPr>
          <a:xfrm>
            <a:off x="811212" y="205992"/>
            <a:ext cx="6207127" cy="4838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7" name="Body Level One…"/>
          <p:cNvSpPr txBox="1"/>
          <p:nvPr>
            <p:ph type="body" idx="1"/>
          </p:nvPr>
        </p:nvSpPr>
        <p:spPr>
          <a:xfrm>
            <a:off x="457200" y="1183005"/>
            <a:ext cx="3977641" cy="33947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" name="Slide Number"/>
          <p:cNvSpPr txBox="1"/>
          <p:nvPr>
            <p:ph type="sldNum" sz="quarter" idx="2"/>
          </p:nvPr>
        </p:nvSpPr>
        <p:spPr>
          <a:xfrm>
            <a:off x="8419827" y="4783454"/>
            <a:ext cx="266974" cy="2794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 algn="r">
              <a:defRPr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1B4331"/>
          </a:solidFill>
          <a:uFillTx/>
          <a:latin typeface="Cambria"/>
          <a:ea typeface="Cambria"/>
          <a:cs typeface="Cambria"/>
          <a:sym typeface="Cambri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1B4331"/>
          </a:solidFill>
          <a:uFillTx/>
          <a:latin typeface="Cambria"/>
          <a:ea typeface="Cambria"/>
          <a:cs typeface="Cambria"/>
          <a:sym typeface="Cambri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1B4331"/>
          </a:solidFill>
          <a:uFillTx/>
          <a:latin typeface="Cambria"/>
          <a:ea typeface="Cambria"/>
          <a:cs typeface="Cambria"/>
          <a:sym typeface="Cambri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1B4331"/>
          </a:solidFill>
          <a:uFillTx/>
          <a:latin typeface="Cambria"/>
          <a:ea typeface="Cambria"/>
          <a:cs typeface="Cambria"/>
          <a:sym typeface="Cambri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1B4331"/>
          </a:solidFill>
          <a:uFillTx/>
          <a:latin typeface="Cambria"/>
          <a:ea typeface="Cambria"/>
          <a:cs typeface="Cambria"/>
          <a:sym typeface="Cambri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1B4331"/>
          </a:solidFill>
          <a:uFillTx/>
          <a:latin typeface="Cambria"/>
          <a:ea typeface="Cambria"/>
          <a:cs typeface="Cambria"/>
          <a:sym typeface="Cambri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1B4331"/>
          </a:solidFill>
          <a:uFillTx/>
          <a:latin typeface="Cambria"/>
          <a:ea typeface="Cambria"/>
          <a:cs typeface="Cambria"/>
          <a:sym typeface="Cambri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1B4331"/>
          </a:solidFill>
          <a:uFillTx/>
          <a:latin typeface="Cambria"/>
          <a:ea typeface="Cambria"/>
          <a:cs typeface="Cambria"/>
          <a:sym typeface="Cambri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000" u="none">
          <a:solidFill>
            <a:srgbClr val="1B4331"/>
          </a:solidFill>
          <a:uFillTx/>
          <a:latin typeface="Cambria"/>
          <a:ea typeface="Cambria"/>
          <a:cs typeface="Cambria"/>
          <a:sym typeface="Cambria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rgbClr val="E9A846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rgbClr val="E9A846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rgbClr val="E9A846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rgbClr val="E9A846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rgbClr val="E9A846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rgbClr val="E9A846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rgbClr val="E9A846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rgbClr val="E9A846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400" u="none">
          <a:solidFill>
            <a:srgbClr val="E9A846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3.jpeg"/><Relationship Id="rId3" Type="http://schemas.openxmlformats.org/officeDocument/2006/relationships/image" Target="../media/image7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4.jpeg"/><Relationship Id="rId3" Type="http://schemas.openxmlformats.org/officeDocument/2006/relationships/image" Target="../media/image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8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4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object 2"/>
          <p:cNvSpPr/>
          <p:nvPr/>
        </p:nvSpPr>
        <p:spPr>
          <a:xfrm>
            <a:off x="-3970" y="0"/>
            <a:ext cx="12703" cy="5143500"/>
          </a:xfrm>
          <a:prstGeom prst="rect">
            <a:avLst/>
          </a:prstGeom>
          <a:solidFill>
            <a:srgbClr val="1B433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01" name="object 3"/>
          <p:cNvGrpSpPr/>
          <p:nvPr/>
        </p:nvGrpSpPr>
        <p:grpSpPr>
          <a:xfrm>
            <a:off x="4762" y="-1"/>
            <a:ext cx="9139239" cy="5143503"/>
            <a:chOff x="0" y="0"/>
            <a:chExt cx="9139237" cy="5143502"/>
          </a:xfrm>
        </p:grpSpPr>
        <p:sp>
          <p:nvSpPr>
            <p:cNvPr id="69" name="object 4"/>
            <p:cNvSpPr/>
            <p:nvPr/>
          </p:nvSpPr>
          <p:spPr>
            <a:xfrm>
              <a:off x="361949" y="0"/>
              <a:ext cx="8777289" cy="4348165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0" name="object 5"/>
            <p:cNvSpPr/>
            <p:nvPr/>
          </p:nvSpPr>
          <p:spPr>
            <a:xfrm>
              <a:off x="-1" y="4761"/>
              <a:ext cx="361952" cy="5138742"/>
            </a:xfrm>
            <a:prstGeom prst="rect">
              <a:avLst/>
            </a:pr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1" name="object 6"/>
            <p:cNvSpPr/>
            <p:nvPr/>
          </p:nvSpPr>
          <p:spPr>
            <a:xfrm>
              <a:off x="-1" y="4761"/>
              <a:ext cx="361953" cy="513874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21600"/>
                  </a:moveTo>
                  <a:lnTo>
                    <a:pt x="21600" y="0"/>
                  </a:ln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2" name="object 7"/>
            <p:cNvSpPr/>
            <p:nvPr/>
          </p:nvSpPr>
          <p:spPr>
            <a:xfrm>
              <a:off x="-1" y="4348162"/>
              <a:ext cx="9139239" cy="795340"/>
            </a:xfrm>
            <a:prstGeom prst="rect">
              <a:avLst/>
            </a:pr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3" name="object 8"/>
            <p:cNvSpPr/>
            <p:nvPr/>
          </p:nvSpPr>
          <p:spPr>
            <a:xfrm>
              <a:off x="-1" y="4348162"/>
              <a:ext cx="9139239" cy="79534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4" name="object 9"/>
            <p:cNvSpPr/>
            <p:nvPr/>
          </p:nvSpPr>
          <p:spPr>
            <a:xfrm>
              <a:off x="361949" y="1833625"/>
              <a:ext cx="95252" cy="1828802"/>
            </a:xfrm>
            <a:prstGeom prst="rect">
              <a:avLst/>
            </a:prstGeom>
            <a:solidFill>
              <a:srgbClr val="E9A846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5" name="object 10"/>
            <p:cNvSpPr/>
            <p:nvPr/>
          </p:nvSpPr>
          <p:spPr>
            <a:xfrm>
              <a:off x="361949" y="1833625"/>
              <a:ext cx="95252" cy="1828802"/>
            </a:xfrm>
            <a:prstGeom prst="rect">
              <a:avLst/>
            </a:prstGeom>
            <a:noFill/>
            <a:ln w="12700" cap="flat">
              <a:solidFill>
                <a:srgbClr val="E9A84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pic>
          <p:nvPicPr>
            <p:cNvPr id="76" name="object 11" descr="object 1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7585137" y="817624"/>
              <a:ext cx="79377" cy="793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7" name="object 12" descr="object 12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7585137" y="1093849"/>
              <a:ext cx="79377" cy="793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8" name="object 13" descr="object 1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7585137" y="1370074"/>
              <a:ext cx="79377" cy="793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9" name="object 14" descr="object 14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7585137" y="1646300"/>
              <a:ext cx="79377" cy="793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0" name="object 15" descr="object 15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7585137" y="1922525"/>
              <a:ext cx="79377" cy="698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1" name="object 16" descr="object 16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7861362" y="817624"/>
              <a:ext cx="69852" cy="793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2" name="object 17" descr="object 17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7861362" y="1093849"/>
              <a:ext cx="69852" cy="793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3" name="object 18" descr="object 18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7861362" y="1370074"/>
              <a:ext cx="69852" cy="793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4" name="object 19" descr="object 19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7861362" y="1646300"/>
              <a:ext cx="69852" cy="793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5" name="object 20" descr="object 20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7861362" y="1922525"/>
              <a:ext cx="69852" cy="698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6" name="object 21" descr="object 2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8128062" y="817624"/>
              <a:ext cx="79377" cy="793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7" name="object 22" descr="object 22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8128062" y="1093849"/>
              <a:ext cx="79377" cy="793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8" name="object 23" descr="object 2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8128062" y="1370074"/>
              <a:ext cx="79377" cy="793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9" name="object 24" descr="object 24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8128062" y="1646300"/>
              <a:ext cx="79377" cy="793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0" name="object 25" descr="object 25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8128062" y="1922525"/>
              <a:ext cx="79377" cy="698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1" name="object 26" descr="object 26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8404287" y="817624"/>
              <a:ext cx="79377" cy="793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2" name="object 27" descr="object 27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8404287" y="1093849"/>
              <a:ext cx="79377" cy="793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3" name="object 28" descr="object 28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8404287" y="1370074"/>
              <a:ext cx="79377" cy="793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4" name="object 29" descr="object 29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8404287" y="1646300"/>
              <a:ext cx="79377" cy="793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5" name="object 30" descr="object 30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8404287" y="1922525"/>
              <a:ext cx="79377" cy="698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6" name="object 31" descr="object 31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8680512" y="817624"/>
              <a:ext cx="79377" cy="793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7" name="object 32" descr="object 32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8680512" y="1093849"/>
              <a:ext cx="79377" cy="793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8" name="object 33" descr="object 33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8680512" y="1370074"/>
              <a:ext cx="79377" cy="793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9" name="object 34" descr="object 34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8680512" y="1646300"/>
              <a:ext cx="79377" cy="7937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0" name="object 35" descr="object 35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8680512" y="1922525"/>
              <a:ext cx="79377" cy="698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02" name="object 36"/>
          <p:cNvSpPr txBox="1"/>
          <p:nvPr>
            <p:ph type="title"/>
          </p:nvPr>
        </p:nvSpPr>
        <p:spPr>
          <a:xfrm>
            <a:off x="628013" y="947419"/>
            <a:ext cx="5900424" cy="850265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z="5400">
                <a:solidFill>
                  <a:srgbClr val="FFFFFF"/>
                </a:solidFill>
              </a:defRPr>
            </a:pPr>
            <a:r>
              <a:t>Common</a:t>
            </a:r>
            <a:r>
              <a:rPr spc="100"/>
              <a:t> </a:t>
            </a:r>
            <a:r>
              <a:t>SENSES</a:t>
            </a:r>
          </a:p>
        </p:txBody>
      </p:sp>
      <p:sp>
        <p:nvSpPr>
          <p:cNvPr id="103" name="object 37"/>
          <p:cNvSpPr txBox="1"/>
          <p:nvPr/>
        </p:nvSpPr>
        <p:spPr>
          <a:xfrm>
            <a:off x="628013" y="2106295"/>
            <a:ext cx="4012569" cy="6145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>
              <a:lnSpc>
                <a:spcPct val="104799"/>
              </a:lnSpc>
              <a:defRPr sz="2100">
                <a:solidFill>
                  <a:srgbClr val="B7E3C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Understanding</a:t>
            </a:r>
            <a:r>
              <a:rPr spc="90"/>
              <a:t> </a:t>
            </a:r>
            <a:r>
              <a:t>your</a:t>
            </a:r>
            <a:r>
              <a:rPr spc="50"/>
              <a:t> </a:t>
            </a:r>
            <a:r>
              <a:rPr spc="-10"/>
              <a:t>neighborhood, together.</a:t>
            </a:r>
          </a:p>
        </p:txBody>
      </p:sp>
      <p:sp>
        <p:nvSpPr>
          <p:cNvPr id="104" name="object 38"/>
          <p:cNvSpPr txBox="1"/>
          <p:nvPr/>
        </p:nvSpPr>
        <p:spPr>
          <a:xfrm>
            <a:off x="628015" y="3120388"/>
            <a:ext cx="2253615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400">
                <a:solidFill>
                  <a:srgbClr val="E9A84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Blue</a:t>
            </a:r>
            <a:r>
              <a:rPr spc="-20"/>
              <a:t> </a:t>
            </a:r>
            <a:r>
              <a:t>Hill</a:t>
            </a:r>
            <a:r>
              <a:rPr spc="-15"/>
              <a:t> </a:t>
            </a:r>
            <a:r>
              <a:t>Avenue</a:t>
            </a:r>
            <a:r>
              <a:rPr spc="245"/>
              <a:t> </a:t>
            </a:r>
            <a:r>
              <a:t>·</a:t>
            </a:r>
            <a:r>
              <a:rPr spc="215"/>
              <a:t> </a:t>
            </a:r>
            <a:r>
              <a:t>Boston,</a:t>
            </a:r>
            <a:r>
              <a:rPr spc="-35"/>
              <a:t> </a:t>
            </a:r>
            <a:r>
              <a:rPr spc="-25"/>
              <a:t>MA</a:t>
            </a:r>
          </a:p>
        </p:txBody>
      </p:sp>
      <p:sp>
        <p:nvSpPr>
          <p:cNvPr id="105" name="object 39"/>
          <p:cNvSpPr txBox="1"/>
          <p:nvPr/>
        </p:nvSpPr>
        <p:spPr>
          <a:xfrm>
            <a:off x="628015" y="4507229"/>
            <a:ext cx="1666876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pc="-10" sz="1200">
                <a:solidFill>
                  <a:srgbClr val="74C59D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commonsensesproject.org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bject 39"/>
          <p:cNvSpPr txBox="1"/>
          <p:nvPr/>
        </p:nvSpPr>
        <p:spPr>
          <a:xfrm>
            <a:off x="353376" y="4923240"/>
            <a:ext cx="13973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10" sz="900">
                <a:solidFill>
                  <a:srgbClr val="74C59D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commonsensesproject.org</a:t>
            </a:r>
          </a:p>
        </p:txBody>
      </p:sp>
      <p:sp>
        <p:nvSpPr>
          <p:cNvPr id="108" name="object 2"/>
          <p:cNvSpPr/>
          <p:nvPr/>
        </p:nvSpPr>
        <p:spPr>
          <a:xfrm>
            <a:off x="0" y="-155204"/>
            <a:ext cx="9144000" cy="5143503"/>
          </a:xfrm>
          <a:prstGeom prst="rect">
            <a:avLst/>
          </a:prstGeom>
          <a:solidFill>
            <a:srgbClr val="F8F5E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12" name="object 3"/>
          <p:cNvGrpSpPr/>
          <p:nvPr/>
        </p:nvGrpSpPr>
        <p:grpSpPr>
          <a:xfrm>
            <a:off x="4762" y="-1"/>
            <a:ext cx="9139239" cy="538229"/>
            <a:chOff x="0" y="0"/>
            <a:chExt cx="9139237" cy="538227"/>
          </a:xfrm>
        </p:grpSpPr>
        <p:sp>
          <p:nvSpPr>
            <p:cNvPr id="109" name="object 4"/>
            <p:cNvSpPr/>
            <p:nvPr/>
          </p:nvSpPr>
          <p:spPr>
            <a:xfrm>
              <a:off x="-1" y="0"/>
              <a:ext cx="9139239" cy="90552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0" name="object 5"/>
            <p:cNvSpPr/>
            <p:nvPr/>
          </p:nvSpPr>
          <p:spPr>
            <a:xfrm>
              <a:off x="-1" y="0"/>
              <a:ext cx="9139239" cy="905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</a:path>
              </a:pathLst>
            </a:cu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1" name="object 6"/>
            <p:cNvSpPr/>
            <p:nvPr/>
          </p:nvSpPr>
          <p:spPr>
            <a:xfrm>
              <a:off x="-1" y="4825"/>
              <a:ext cx="638177" cy="533403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13" name="object 7"/>
          <p:cNvSpPr txBox="1"/>
          <p:nvPr/>
        </p:nvSpPr>
        <p:spPr>
          <a:xfrm>
            <a:off x="4761" y="4824"/>
            <a:ext cx="638178" cy="169565"/>
          </a:xfrm>
          <a:prstGeom prst="rect">
            <a:avLst/>
          </a:prstGeom>
          <a:ln w="12700">
            <a:solidFill>
              <a:srgbClr val="1B433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100"/>
              </a:spcBef>
              <a:defRPr b="1" spc="-25" sz="1200">
                <a:solidFill>
                  <a:srgbClr val="E9A84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14" name="object 8"/>
          <p:cNvSpPr txBox="1"/>
          <p:nvPr>
            <p:ph type="title"/>
          </p:nvPr>
        </p:nvSpPr>
        <p:spPr>
          <a:xfrm>
            <a:off x="811211" y="205992"/>
            <a:ext cx="6207128" cy="483872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</a:pPr>
            <a:r>
              <a:t>This</a:t>
            </a:r>
            <a:r>
              <a:rPr spc="-100"/>
              <a:t> </a:t>
            </a:r>
            <a:r>
              <a:t>is</a:t>
            </a:r>
            <a:r>
              <a:rPr spc="-100"/>
              <a:t> </a:t>
            </a:r>
            <a:r>
              <a:t>about</a:t>
            </a:r>
            <a:r>
              <a:rPr spc="-100"/>
              <a:t> </a:t>
            </a:r>
            <a:r>
              <a:t>YOUR </a:t>
            </a:r>
            <a:r>
              <a:rPr spc="-100"/>
              <a:t>neighbourhood.</a:t>
            </a:r>
          </a:p>
        </p:txBody>
      </p:sp>
      <p:grpSp>
        <p:nvGrpSpPr>
          <p:cNvPr id="117" name="object 9"/>
          <p:cNvGrpSpPr/>
          <p:nvPr/>
        </p:nvGrpSpPr>
        <p:grpSpPr>
          <a:xfrm>
            <a:off x="4762" y="4900612"/>
            <a:ext cx="9139239" cy="242890"/>
            <a:chOff x="0" y="0"/>
            <a:chExt cx="9139237" cy="242889"/>
          </a:xfrm>
        </p:grpSpPr>
        <p:sp>
          <p:nvSpPr>
            <p:cNvPr id="115" name="object 10"/>
            <p:cNvSpPr/>
            <p:nvPr/>
          </p:nvSpPr>
          <p:spPr>
            <a:xfrm>
              <a:off x="-1" y="0"/>
              <a:ext cx="9139239" cy="242890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6" name="object 11"/>
            <p:cNvSpPr/>
            <p:nvPr/>
          </p:nvSpPr>
          <p:spPr>
            <a:xfrm>
              <a:off x="-1" y="-1"/>
              <a:ext cx="9139239" cy="2428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120" name="object 17"/>
          <p:cNvGrpSpPr/>
          <p:nvPr/>
        </p:nvGrpSpPr>
        <p:grpSpPr>
          <a:xfrm>
            <a:off x="620328" y="1050101"/>
            <a:ext cx="8241046" cy="970847"/>
            <a:chOff x="0" y="0"/>
            <a:chExt cx="8241045" cy="970845"/>
          </a:xfrm>
        </p:grpSpPr>
        <p:sp>
          <p:nvSpPr>
            <p:cNvPr id="118" name="Rectangle"/>
            <p:cNvSpPr/>
            <p:nvPr/>
          </p:nvSpPr>
          <p:spPr>
            <a:xfrm>
              <a:off x="0" y="-1"/>
              <a:ext cx="8241047" cy="970847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19" name="We know this community faces real challenges from heat, air quality, to noise.…"/>
            <p:cNvSpPr txBox="1"/>
            <p:nvPr/>
          </p:nvSpPr>
          <p:spPr>
            <a:xfrm>
              <a:off x="0" y="209389"/>
              <a:ext cx="8204970" cy="53094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/>
            <a:p>
              <a:pPr indent="220979" algn="ctr">
                <a:defRPr sz="19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t>We</a:t>
              </a:r>
              <a:r>
                <a:rPr spc="-14"/>
                <a:t> </a:t>
              </a:r>
              <a:r>
                <a:t>know</a:t>
              </a:r>
              <a:r>
                <a:rPr spc="-26"/>
                <a:t> </a:t>
              </a:r>
              <a:r>
                <a:t>this</a:t>
              </a:r>
              <a:r>
                <a:rPr spc="-41"/>
                <a:t> </a:t>
              </a:r>
              <a:r>
                <a:t>community</a:t>
              </a:r>
              <a:r>
                <a:rPr spc="-10"/>
                <a:t> </a:t>
              </a:r>
              <a:r>
                <a:t>faces</a:t>
              </a:r>
              <a:r>
                <a:rPr spc="-36"/>
                <a:t> </a:t>
              </a:r>
              <a:r>
                <a:t>real</a:t>
              </a:r>
              <a:r>
                <a:rPr spc="-52"/>
                <a:t> </a:t>
              </a:r>
              <a:r>
                <a:t>challenges</a:t>
              </a:r>
              <a:r>
                <a:rPr spc="-41"/>
                <a:t> </a:t>
              </a:r>
              <a:r>
                <a:t>from</a:t>
              </a:r>
              <a:r>
                <a:rPr spc="-94"/>
                <a:t> </a:t>
              </a:r>
              <a:r>
                <a:t>heat,</a:t>
              </a:r>
              <a:r>
                <a:rPr spc="-20"/>
                <a:t> </a:t>
              </a:r>
              <a:r>
                <a:t>air</a:t>
              </a:r>
              <a:r>
                <a:rPr spc="-41"/>
                <a:t> </a:t>
              </a:r>
              <a:r>
                <a:rPr spc="-20"/>
                <a:t>quality,</a:t>
              </a:r>
              <a:r>
                <a:rPr spc="-79"/>
                <a:t> </a:t>
              </a:r>
              <a:r>
                <a:t>to</a:t>
              </a:r>
              <a:r>
                <a:rPr spc="-68"/>
                <a:t> </a:t>
              </a:r>
              <a:r>
                <a:rPr spc="-10"/>
                <a:t>noise.</a:t>
              </a:r>
              <a:endParaRPr spc="-10"/>
            </a:p>
            <a:p>
              <a:pPr indent="220979" algn="ctr">
                <a:defRPr sz="19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t>This</a:t>
              </a:r>
              <a:r>
                <a:rPr spc="-47"/>
                <a:t> </a:t>
              </a:r>
              <a:r>
                <a:rPr spc="-10"/>
                <a:t>project</a:t>
              </a:r>
              <a:r>
                <a:rPr spc="-83"/>
                <a:t> </a:t>
              </a:r>
              <a:r>
                <a:t>exists</a:t>
              </a:r>
              <a:r>
                <a:rPr spc="-47"/>
                <a:t> </a:t>
              </a:r>
              <a:r>
                <a:t>to</a:t>
              </a:r>
              <a:r>
                <a:rPr spc="5"/>
                <a:t> </a:t>
              </a:r>
              <a:r>
                <a:t>put</a:t>
              </a:r>
              <a:r>
                <a:rPr spc="-83"/>
                <a:t> </a:t>
              </a:r>
              <a:r>
                <a:t>that</a:t>
              </a:r>
              <a:r>
                <a:rPr spc="-14"/>
                <a:t> </a:t>
              </a:r>
              <a:r>
                <a:rPr spc="-10"/>
                <a:t>information</a:t>
              </a:r>
              <a:r>
                <a:rPr spc="10"/>
                <a:t> </a:t>
              </a:r>
              <a:r>
                <a:t>in</a:t>
              </a:r>
              <a:r>
                <a:rPr spc="-58"/>
                <a:t> </a:t>
              </a:r>
              <a:r>
                <a:t>YOUR</a:t>
              </a:r>
              <a:r>
                <a:rPr spc="-14"/>
                <a:t> </a:t>
              </a:r>
              <a:r>
                <a:rPr spc="-10"/>
                <a:t>hands.</a:t>
              </a:r>
            </a:p>
          </p:txBody>
        </p:sp>
      </p:grpSp>
      <p:grpSp>
        <p:nvGrpSpPr>
          <p:cNvPr id="126" name="object 18"/>
          <p:cNvGrpSpPr/>
          <p:nvPr/>
        </p:nvGrpSpPr>
        <p:grpSpPr>
          <a:xfrm>
            <a:off x="314324" y="2381186"/>
            <a:ext cx="2795654" cy="1976503"/>
            <a:chOff x="0" y="0"/>
            <a:chExt cx="2795652" cy="1976502"/>
          </a:xfrm>
        </p:grpSpPr>
        <p:pic>
          <p:nvPicPr>
            <p:cNvPr id="121" name="object 19" descr="object 19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2795654" cy="19765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22" name="object 20"/>
            <p:cNvSpPr/>
            <p:nvPr/>
          </p:nvSpPr>
          <p:spPr>
            <a:xfrm>
              <a:off x="147636" y="147764"/>
              <a:ext cx="2562229" cy="168586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3" name="object 21"/>
            <p:cNvSpPr/>
            <p:nvPr/>
          </p:nvSpPr>
          <p:spPr>
            <a:xfrm>
              <a:off x="147636" y="90551"/>
              <a:ext cx="2562229" cy="1743077"/>
            </a:xfrm>
            <a:prstGeom prst="rect">
              <a:avLst/>
            </a:prstGeom>
            <a:noFill/>
            <a:ln w="12700" cap="flat">
              <a:solidFill>
                <a:srgbClr val="E4E7EB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4" name="object 22"/>
            <p:cNvSpPr/>
            <p:nvPr/>
          </p:nvSpPr>
          <p:spPr>
            <a:xfrm>
              <a:off x="147636" y="90614"/>
              <a:ext cx="2562229" cy="57152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25" name="object 23"/>
            <p:cNvSpPr/>
            <p:nvPr/>
          </p:nvSpPr>
          <p:spPr>
            <a:xfrm>
              <a:off x="147636" y="90614"/>
              <a:ext cx="2562229" cy="57152"/>
            </a:xfrm>
            <a:prstGeom prst="rect">
              <a:avLst/>
            </a:pr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27" name="object 24"/>
          <p:cNvSpPr txBox="1"/>
          <p:nvPr/>
        </p:nvSpPr>
        <p:spPr>
          <a:xfrm>
            <a:off x="560451" y="2818989"/>
            <a:ext cx="2549527" cy="1100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100"/>
              </a:spcBef>
              <a:defRPr b="1" sz="1400">
                <a:solidFill>
                  <a:srgbClr val="1B433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It's</a:t>
            </a:r>
            <a:r>
              <a:rPr spc="25"/>
              <a:t> </a:t>
            </a:r>
            <a:r>
              <a:rPr spc="-10"/>
              <a:t>community-</a:t>
            </a:r>
            <a:r>
              <a:rPr spc="-25"/>
              <a:t>led</a:t>
            </a:r>
          </a:p>
          <a:p>
            <a:pPr marR="266065" indent="271779" algn="ctr">
              <a:lnSpc>
                <a:spcPct val="100899"/>
              </a:lnSpc>
              <a:spcBef>
                <a:spcPts val="1100"/>
              </a:spcBef>
              <a:defRPr sz="12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Community</a:t>
            </a:r>
            <a:r>
              <a:rPr spc="-35"/>
              <a:t> </a:t>
            </a:r>
            <a:r>
              <a:t>members</a:t>
            </a:r>
            <a:r>
              <a:rPr spc="-25"/>
              <a:t> </a:t>
            </a:r>
            <a:r>
              <a:t>like</a:t>
            </a:r>
            <a:r>
              <a:rPr spc="-65"/>
              <a:t> </a:t>
            </a:r>
            <a:r>
              <a:rPr spc="-25"/>
              <a:t>you </a:t>
            </a:r>
            <a:r>
              <a:t>helped</a:t>
            </a:r>
            <a:r>
              <a:rPr spc="-35"/>
              <a:t> </a:t>
            </a:r>
            <a:r>
              <a:t>decide</a:t>
            </a:r>
            <a:r>
              <a:rPr spc="-70"/>
              <a:t> </a:t>
            </a:r>
            <a:r>
              <a:t>where</a:t>
            </a:r>
            <a:r>
              <a:rPr spc="-5"/>
              <a:t> </a:t>
            </a:r>
            <a:r>
              <a:t>sensors</a:t>
            </a:r>
            <a:r>
              <a:rPr spc="-25"/>
              <a:t> go, </a:t>
            </a:r>
            <a:r>
              <a:t>based</a:t>
            </a:r>
            <a:r>
              <a:rPr spc="-10"/>
              <a:t> </a:t>
            </a:r>
            <a:r>
              <a:t>on</a:t>
            </a:r>
            <a:r>
              <a:rPr spc="-5"/>
              <a:t> </a:t>
            </a:r>
            <a:r>
              <a:t>what you</a:t>
            </a:r>
            <a:r>
              <a:rPr spc="-10"/>
              <a:t> experience </a:t>
            </a:r>
            <a:r>
              <a:t>every</a:t>
            </a:r>
            <a:r>
              <a:rPr spc="-55"/>
              <a:t> </a:t>
            </a:r>
            <a:r>
              <a:rPr spc="-20"/>
              <a:t>day.</a:t>
            </a:r>
          </a:p>
        </p:txBody>
      </p:sp>
      <p:grpSp>
        <p:nvGrpSpPr>
          <p:cNvPr id="133" name="object 25"/>
          <p:cNvGrpSpPr/>
          <p:nvPr/>
        </p:nvGrpSpPr>
        <p:grpSpPr>
          <a:xfrm>
            <a:off x="3105150" y="2381186"/>
            <a:ext cx="2795654" cy="1976503"/>
            <a:chOff x="0" y="0"/>
            <a:chExt cx="2795652" cy="1976502"/>
          </a:xfrm>
        </p:grpSpPr>
        <p:pic>
          <p:nvPicPr>
            <p:cNvPr id="128" name="object 26" descr="object 26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2795654" cy="19765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29" name="object 27"/>
            <p:cNvSpPr/>
            <p:nvPr/>
          </p:nvSpPr>
          <p:spPr>
            <a:xfrm>
              <a:off x="147700" y="147764"/>
              <a:ext cx="2562229" cy="168586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30" name="object 28"/>
            <p:cNvSpPr/>
            <p:nvPr/>
          </p:nvSpPr>
          <p:spPr>
            <a:xfrm>
              <a:off x="147700" y="90551"/>
              <a:ext cx="2562229" cy="1743077"/>
            </a:xfrm>
            <a:prstGeom prst="rect">
              <a:avLst/>
            </a:prstGeom>
            <a:noFill/>
            <a:ln w="12700" cap="flat">
              <a:solidFill>
                <a:srgbClr val="E4E7EB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31" name="object 29"/>
            <p:cNvSpPr/>
            <p:nvPr/>
          </p:nvSpPr>
          <p:spPr>
            <a:xfrm>
              <a:off x="147700" y="90614"/>
              <a:ext cx="2562229" cy="57152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32" name="object 30"/>
            <p:cNvSpPr/>
            <p:nvPr/>
          </p:nvSpPr>
          <p:spPr>
            <a:xfrm>
              <a:off x="147700" y="90614"/>
              <a:ext cx="2562229" cy="57152"/>
            </a:xfrm>
            <a:prstGeom prst="rect">
              <a:avLst/>
            </a:pr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34" name="object 31"/>
          <p:cNvSpPr txBox="1"/>
          <p:nvPr/>
        </p:nvSpPr>
        <p:spPr>
          <a:xfrm>
            <a:off x="3305238" y="2776607"/>
            <a:ext cx="2549527" cy="9089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100"/>
              </a:spcBef>
              <a:defRPr b="1" sz="1400">
                <a:solidFill>
                  <a:srgbClr val="1B433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The</a:t>
            </a:r>
            <a:r>
              <a:rPr spc="20"/>
              <a:t> </a:t>
            </a:r>
            <a:r>
              <a:rPr spc="-10"/>
              <a:t>data</a:t>
            </a:r>
            <a:r>
              <a:rPr spc="-40"/>
              <a:t> </a:t>
            </a:r>
            <a:r>
              <a:t>is</a:t>
            </a:r>
            <a:r>
              <a:rPr spc="25"/>
              <a:t> </a:t>
            </a:r>
            <a:r>
              <a:rPr spc="-20"/>
              <a:t>yours</a:t>
            </a:r>
          </a:p>
          <a:p>
            <a:pPr marR="292100" indent="286383" algn="ctr">
              <a:lnSpc>
                <a:spcPct val="100899"/>
              </a:lnSpc>
              <a:spcBef>
                <a:spcPts val="1100"/>
              </a:spcBef>
              <a:defRPr spc="-10" sz="12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Everything</a:t>
            </a:r>
            <a:r>
              <a:rPr spc="-15"/>
              <a:t> </a:t>
            </a:r>
            <a:r>
              <a:rPr spc="0"/>
              <a:t>the</a:t>
            </a:r>
            <a:r>
              <a:rPr spc="-40"/>
              <a:t> </a:t>
            </a:r>
            <a:r>
              <a:rPr spc="0"/>
              <a:t>sensors</a:t>
            </a:r>
            <a:r>
              <a:rPr spc="10"/>
              <a:t> </a:t>
            </a:r>
            <a:r>
              <a:rPr spc="0"/>
              <a:t>collect </a:t>
            </a:r>
            <a:r>
              <a:rPr spc="-25"/>
              <a:t>is </a:t>
            </a:r>
            <a:r>
              <a:rPr spc="0"/>
              <a:t>free,</a:t>
            </a:r>
            <a:r>
              <a:rPr spc="10"/>
              <a:t> </a:t>
            </a:r>
            <a:r>
              <a:rPr spc="0"/>
              <a:t>public,</a:t>
            </a:r>
            <a:r>
              <a:rPr spc="15"/>
              <a:t> </a:t>
            </a:r>
            <a:r>
              <a:rPr spc="0"/>
              <a:t>and</a:t>
            </a:r>
            <a:r>
              <a:t> available</a:t>
            </a:r>
            <a:r>
              <a:rPr spc="-55"/>
              <a:t> </a:t>
            </a:r>
            <a:r>
              <a:rPr spc="-25"/>
              <a:t>to </a:t>
            </a:r>
            <a:r>
              <a:t>anyone.</a:t>
            </a:r>
            <a:r>
              <a:rPr spc="-30"/>
              <a:t> </a:t>
            </a:r>
            <a:r>
              <a:rPr spc="0"/>
              <a:t>No</a:t>
            </a:r>
            <a:r>
              <a:rPr spc="15"/>
              <a:t> </a:t>
            </a:r>
            <a:r>
              <a:t>passwords,</a:t>
            </a:r>
            <a:r>
              <a:rPr spc="55"/>
              <a:t> </a:t>
            </a:r>
            <a:r>
              <a:rPr spc="-25"/>
              <a:t>no </a:t>
            </a:r>
            <a:r>
              <a:t>barriers.</a:t>
            </a:r>
          </a:p>
        </p:txBody>
      </p:sp>
      <p:grpSp>
        <p:nvGrpSpPr>
          <p:cNvPr id="140" name="object 32"/>
          <p:cNvGrpSpPr/>
          <p:nvPr/>
        </p:nvGrpSpPr>
        <p:grpSpPr>
          <a:xfrm>
            <a:off x="5895975" y="2381186"/>
            <a:ext cx="2786129" cy="1976503"/>
            <a:chOff x="0" y="0"/>
            <a:chExt cx="2786127" cy="1976502"/>
          </a:xfrm>
        </p:grpSpPr>
        <p:pic>
          <p:nvPicPr>
            <p:cNvPr id="135" name="object 33" descr="object 33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786129" cy="19765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36" name="object 34"/>
            <p:cNvSpPr/>
            <p:nvPr/>
          </p:nvSpPr>
          <p:spPr>
            <a:xfrm>
              <a:off x="147700" y="147764"/>
              <a:ext cx="2552704" cy="168586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37" name="object 35"/>
            <p:cNvSpPr/>
            <p:nvPr/>
          </p:nvSpPr>
          <p:spPr>
            <a:xfrm>
              <a:off x="147700" y="90551"/>
              <a:ext cx="2552704" cy="1743077"/>
            </a:xfrm>
            <a:prstGeom prst="rect">
              <a:avLst/>
            </a:prstGeom>
            <a:noFill/>
            <a:ln w="12700" cap="flat">
              <a:solidFill>
                <a:srgbClr val="E4E7EB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38" name="object 36"/>
            <p:cNvSpPr/>
            <p:nvPr/>
          </p:nvSpPr>
          <p:spPr>
            <a:xfrm>
              <a:off x="147700" y="90614"/>
              <a:ext cx="2552704" cy="57152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39" name="object 37"/>
            <p:cNvSpPr/>
            <p:nvPr/>
          </p:nvSpPr>
          <p:spPr>
            <a:xfrm>
              <a:off x="147700" y="90614"/>
              <a:ext cx="2552704" cy="57152"/>
            </a:xfrm>
            <a:prstGeom prst="rect">
              <a:avLst/>
            </a:pr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41" name="object 38"/>
          <p:cNvSpPr txBox="1"/>
          <p:nvPr/>
        </p:nvSpPr>
        <p:spPr>
          <a:xfrm>
            <a:off x="6050026" y="2680652"/>
            <a:ext cx="2540002" cy="11008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5713" algn="ctr">
              <a:spcBef>
                <a:spcPts val="100"/>
              </a:spcBef>
              <a:defRPr b="1" sz="1400">
                <a:solidFill>
                  <a:srgbClr val="1B433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No</a:t>
            </a:r>
            <a:r>
              <a:rPr spc="50"/>
              <a:t> </a:t>
            </a:r>
            <a:r>
              <a:rPr spc="-10"/>
              <a:t>surveillance,</a:t>
            </a:r>
            <a:r>
              <a:t> </a:t>
            </a:r>
            <a:r>
              <a:rPr spc="-20"/>
              <a:t>ever</a:t>
            </a:r>
          </a:p>
          <a:p>
            <a:pPr marR="264795" indent="280670" algn="ctr">
              <a:lnSpc>
                <a:spcPct val="100899"/>
              </a:lnSpc>
              <a:spcBef>
                <a:spcPts val="1100"/>
              </a:spcBef>
              <a:defRPr sz="12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These</a:t>
            </a:r>
            <a:r>
              <a:rPr spc="-55"/>
              <a:t> </a:t>
            </a:r>
            <a:r>
              <a:t>sensors only measure</a:t>
            </a:r>
            <a:r>
              <a:rPr spc="-50"/>
              <a:t> </a:t>
            </a:r>
            <a:r>
              <a:rPr spc="-25"/>
              <a:t>the </a:t>
            </a:r>
            <a:r>
              <a:rPr spc="-10"/>
              <a:t>environment.</a:t>
            </a:r>
            <a:r>
              <a:rPr spc="5"/>
              <a:t> </a:t>
            </a:r>
            <a:r>
              <a:t>No</a:t>
            </a:r>
            <a:r>
              <a:rPr spc="-10"/>
              <a:t> </a:t>
            </a:r>
            <a:r>
              <a:t>cameras,</a:t>
            </a:r>
            <a:r>
              <a:rPr spc="15"/>
              <a:t> </a:t>
            </a:r>
            <a:r>
              <a:rPr spc="-25"/>
              <a:t>no </a:t>
            </a:r>
            <a:r>
              <a:t>tracking people,</a:t>
            </a:r>
            <a:r>
              <a:rPr spc="-20"/>
              <a:t> </a:t>
            </a:r>
            <a:r>
              <a:t>no</a:t>
            </a:r>
            <a:r>
              <a:rPr spc="5"/>
              <a:t> </a:t>
            </a:r>
            <a:r>
              <a:rPr spc="-10"/>
              <a:t>personal information collected.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object 24"/>
          <p:cNvSpPr txBox="1"/>
          <p:nvPr/>
        </p:nvSpPr>
        <p:spPr>
          <a:xfrm>
            <a:off x="353376" y="4923240"/>
            <a:ext cx="13973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10" sz="900">
                <a:solidFill>
                  <a:srgbClr val="74C59D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commonsensesproject.org</a:t>
            </a:r>
          </a:p>
        </p:txBody>
      </p:sp>
      <p:sp>
        <p:nvSpPr>
          <p:cNvPr id="144" name="object 2"/>
          <p:cNvSpPr/>
          <p:nvPr/>
        </p:nvSpPr>
        <p:spPr>
          <a:xfrm>
            <a:off x="-371476" y="-1"/>
            <a:ext cx="9144002" cy="5143502"/>
          </a:xfrm>
          <a:prstGeom prst="rect">
            <a:avLst/>
          </a:prstGeom>
          <a:solidFill>
            <a:srgbClr val="F8F5E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48" name="object 3"/>
          <p:cNvGrpSpPr/>
          <p:nvPr/>
        </p:nvGrpSpPr>
        <p:grpSpPr>
          <a:xfrm>
            <a:off x="4762" y="4825"/>
            <a:ext cx="9139239" cy="533403"/>
            <a:chOff x="0" y="0"/>
            <a:chExt cx="9139237" cy="533402"/>
          </a:xfrm>
        </p:grpSpPr>
        <p:sp>
          <p:nvSpPr>
            <p:cNvPr id="145" name="object 4"/>
            <p:cNvSpPr/>
            <p:nvPr/>
          </p:nvSpPr>
          <p:spPr>
            <a:xfrm>
              <a:off x="-1" y="0"/>
              <a:ext cx="9139239" cy="114301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46" name="object 5"/>
            <p:cNvSpPr/>
            <p:nvPr/>
          </p:nvSpPr>
          <p:spPr>
            <a:xfrm>
              <a:off x="-1" y="0"/>
              <a:ext cx="9139239" cy="1143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</a:path>
              </a:pathLst>
            </a:cu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47" name="object 6"/>
            <p:cNvSpPr/>
            <p:nvPr/>
          </p:nvSpPr>
          <p:spPr>
            <a:xfrm>
              <a:off x="-1" y="0"/>
              <a:ext cx="638177" cy="533403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49" name="object 7"/>
          <p:cNvSpPr txBox="1"/>
          <p:nvPr/>
        </p:nvSpPr>
        <p:spPr>
          <a:xfrm>
            <a:off x="4761" y="4824"/>
            <a:ext cx="638178" cy="169565"/>
          </a:xfrm>
          <a:prstGeom prst="rect">
            <a:avLst/>
          </a:prstGeom>
          <a:ln w="12700">
            <a:solidFill>
              <a:srgbClr val="1B433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100"/>
              </a:spcBef>
              <a:defRPr b="1" spc="-25" sz="1200">
                <a:solidFill>
                  <a:srgbClr val="E9A84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50" name="object 8"/>
          <p:cNvSpPr txBox="1"/>
          <p:nvPr>
            <p:ph type="title"/>
          </p:nvPr>
        </p:nvSpPr>
        <p:spPr>
          <a:xfrm>
            <a:off x="811211" y="205992"/>
            <a:ext cx="6207128" cy="483872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</a:pPr>
            <a:r>
              <a:t>What</a:t>
            </a:r>
            <a:r>
              <a:rPr spc="-100"/>
              <a:t> </a:t>
            </a:r>
            <a:r>
              <a:t>are</a:t>
            </a:r>
            <a:r>
              <a:rPr spc="-100"/>
              <a:t> </a:t>
            </a:r>
            <a:r>
              <a:t>the</a:t>
            </a:r>
            <a:r>
              <a:rPr spc="-100"/>
              <a:t> sensors?</a:t>
            </a:r>
          </a:p>
        </p:txBody>
      </p:sp>
      <p:grpSp>
        <p:nvGrpSpPr>
          <p:cNvPr id="153" name="object 9"/>
          <p:cNvGrpSpPr/>
          <p:nvPr/>
        </p:nvGrpSpPr>
        <p:grpSpPr>
          <a:xfrm>
            <a:off x="4762" y="4900612"/>
            <a:ext cx="9139239" cy="242890"/>
            <a:chOff x="0" y="0"/>
            <a:chExt cx="9139237" cy="242889"/>
          </a:xfrm>
        </p:grpSpPr>
        <p:sp>
          <p:nvSpPr>
            <p:cNvPr id="151" name="object 10"/>
            <p:cNvSpPr/>
            <p:nvPr/>
          </p:nvSpPr>
          <p:spPr>
            <a:xfrm>
              <a:off x="-1" y="0"/>
              <a:ext cx="9139239" cy="242890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52" name="object 11"/>
            <p:cNvSpPr/>
            <p:nvPr/>
          </p:nvSpPr>
          <p:spPr>
            <a:xfrm>
              <a:off x="-1" y="-1"/>
              <a:ext cx="9139239" cy="2428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54" name="object 12"/>
          <p:cNvSpPr txBox="1"/>
          <p:nvPr/>
        </p:nvSpPr>
        <p:spPr>
          <a:xfrm>
            <a:off x="536574" y="955737"/>
            <a:ext cx="8014335" cy="4232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>
              <a:lnSpc>
                <a:spcPct val="102800"/>
              </a:lnSpc>
              <a:defRPr sz="14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Small</a:t>
            </a:r>
            <a:r>
              <a:rPr spc="-50"/>
              <a:t> </a:t>
            </a:r>
            <a:r>
              <a:t>devices</a:t>
            </a:r>
            <a:r>
              <a:rPr spc="15"/>
              <a:t> </a:t>
            </a:r>
            <a:r>
              <a:rPr spc="-10"/>
              <a:t>installed</a:t>
            </a:r>
            <a:r>
              <a:rPr spc="-25"/>
              <a:t> </a:t>
            </a:r>
            <a:r>
              <a:t>around</a:t>
            </a:r>
            <a:r>
              <a:rPr spc="-20"/>
              <a:t> </a:t>
            </a:r>
            <a:r>
              <a:t>the</a:t>
            </a:r>
            <a:r>
              <a:rPr spc="15"/>
              <a:t> </a:t>
            </a:r>
            <a:r>
              <a:rPr spc="-10"/>
              <a:t>neighbourhood</a:t>
            </a:r>
            <a:r>
              <a:rPr spc="-25"/>
              <a:t> </a:t>
            </a:r>
            <a:r>
              <a:t>that</a:t>
            </a:r>
            <a:r>
              <a:rPr spc="20"/>
              <a:t> </a:t>
            </a:r>
            <a:r>
              <a:t>measure</a:t>
            </a:r>
            <a:r>
              <a:rPr spc="-60"/>
              <a:t> </a:t>
            </a:r>
            <a:r>
              <a:t>what's</a:t>
            </a:r>
            <a:r>
              <a:rPr spc="-50"/>
              <a:t> </a:t>
            </a:r>
            <a:r>
              <a:t>happening</a:t>
            </a:r>
            <a:r>
              <a:rPr spc="-20"/>
              <a:t> </a:t>
            </a:r>
            <a:r>
              <a:t>in</a:t>
            </a:r>
            <a:r>
              <a:rPr spc="-25"/>
              <a:t> </a:t>
            </a:r>
            <a:r>
              <a:t>the</a:t>
            </a:r>
            <a:r>
              <a:rPr spc="-55"/>
              <a:t> </a:t>
            </a:r>
            <a:r>
              <a:t>air</a:t>
            </a:r>
            <a:r>
              <a:rPr spc="-70"/>
              <a:t> </a:t>
            </a:r>
            <a:r>
              <a:t>around</a:t>
            </a:r>
            <a:r>
              <a:rPr spc="-25"/>
              <a:t> </a:t>
            </a:r>
            <a:r>
              <a:rPr spc="-20"/>
              <a:t>you, </a:t>
            </a:r>
            <a:r>
              <a:t>24</a:t>
            </a:r>
            <a:r>
              <a:rPr spc="-60"/>
              <a:t> </a:t>
            </a:r>
            <a:r>
              <a:t>hours</a:t>
            </a:r>
            <a:r>
              <a:rPr spc="-45"/>
              <a:t> </a:t>
            </a:r>
            <a:r>
              <a:t>a</a:t>
            </a:r>
            <a:r>
              <a:rPr spc="55"/>
              <a:t> </a:t>
            </a:r>
            <a:r>
              <a:rPr spc="-20"/>
              <a:t>day.</a:t>
            </a:r>
          </a:p>
        </p:txBody>
      </p:sp>
      <p:grpSp>
        <p:nvGrpSpPr>
          <p:cNvPr id="157" name="object 13"/>
          <p:cNvGrpSpPr/>
          <p:nvPr/>
        </p:nvGrpSpPr>
        <p:grpSpPr>
          <a:xfrm>
            <a:off x="1032841" y="1644874"/>
            <a:ext cx="733426" cy="733427"/>
            <a:chOff x="0" y="0"/>
            <a:chExt cx="733425" cy="733425"/>
          </a:xfrm>
        </p:grpSpPr>
        <p:sp>
          <p:nvSpPr>
            <p:cNvPr id="155" name="object 14"/>
            <p:cNvSpPr/>
            <p:nvPr/>
          </p:nvSpPr>
          <p:spPr>
            <a:xfrm>
              <a:off x="-1" y="-1"/>
              <a:ext cx="733427" cy="7334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98" y="0"/>
                  </a:moveTo>
                  <a:lnTo>
                    <a:pt x="9443" y="84"/>
                  </a:lnTo>
                  <a:lnTo>
                    <a:pt x="8139" y="330"/>
                  </a:lnTo>
                  <a:lnTo>
                    <a:pt x="6895" y="727"/>
                  </a:lnTo>
                  <a:lnTo>
                    <a:pt x="5721" y="1265"/>
                  </a:lnTo>
                  <a:lnTo>
                    <a:pt x="4628" y="1934"/>
                  </a:lnTo>
                  <a:lnTo>
                    <a:pt x="3626" y="2724"/>
                  </a:lnTo>
                  <a:lnTo>
                    <a:pt x="2724" y="3626"/>
                  </a:lnTo>
                  <a:lnTo>
                    <a:pt x="1934" y="4628"/>
                  </a:lnTo>
                  <a:lnTo>
                    <a:pt x="1265" y="5721"/>
                  </a:lnTo>
                  <a:lnTo>
                    <a:pt x="727" y="6895"/>
                  </a:lnTo>
                  <a:lnTo>
                    <a:pt x="330" y="8139"/>
                  </a:lnTo>
                  <a:lnTo>
                    <a:pt x="84" y="9443"/>
                  </a:lnTo>
                  <a:lnTo>
                    <a:pt x="0" y="10798"/>
                  </a:lnTo>
                  <a:lnTo>
                    <a:pt x="84" y="12153"/>
                  </a:lnTo>
                  <a:lnTo>
                    <a:pt x="330" y="13458"/>
                  </a:lnTo>
                  <a:lnTo>
                    <a:pt x="727" y="14702"/>
                  </a:lnTo>
                  <a:lnTo>
                    <a:pt x="1265" y="15876"/>
                  </a:lnTo>
                  <a:lnTo>
                    <a:pt x="1934" y="16969"/>
                  </a:lnTo>
                  <a:lnTo>
                    <a:pt x="2724" y="17972"/>
                  </a:lnTo>
                  <a:lnTo>
                    <a:pt x="3626" y="18874"/>
                  </a:lnTo>
                  <a:lnTo>
                    <a:pt x="4628" y="19665"/>
                  </a:lnTo>
                  <a:lnTo>
                    <a:pt x="5721" y="20334"/>
                  </a:lnTo>
                  <a:lnTo>
                    <a:pt x="6895" y="20873"/>
                  </a:lnTo>
                  <a:lnTo>
                    <a:pt x="8139" y="21270"/>
                  </a:lnTo>
                  <a:lnTo>
                    <a:pt x="9443" y="21516"/>
                  </a:lnTo>
                  <a:lnTo>
                    <a:pt x="10798" y="21600"/>
                  </a:lnTo>
                  <a:lnTo>
                    <a:pt x="12153" y="21516"/>
                  </a:lnTo>
                  <a:lnTo>
                    <a:pt x="13458" y="21270"/>
                  </a:lnTo>
                  <a:lnTo>
                    <a:pt x="14702" y="20873"/>
                  </a:lnTo>
                  <a:lnTo>
                    <a:pt x="15876" y="20334"/>
                  </a:lnTo>
                  <a:lnTo>
                    <a:pt x="16969" y="19665"/>
                  </a:lnTo>
                  <a:lnTo>
                    <a:pt x="17972" y="18874"/>
                  </a:lnTo>
                  <a:lnTo>
                    <a:pt x="18874" y="17972"/>
                  </a:lnTo>
                  <a:lnTo>
                    <a:pt x="19665" y="16969"/>
                  </a:lnTo>
                  <a:lnTo>
                    <a:pt x="20334" y="15876"/>
                  </a:lnTo>
                  <a:lnTo>
                    <a:pt x="20873" y="14702"/>
                  </a:lnTo>
                  <a:lnTo>
                    <a:pt x="21270" y="13458"/>
                  </a:lnTo>
                  <a:lnTo>
                    <a:pt x="21516" y="12153"/>
                  </a:lnTo>
                  <a:lnTo>
                    <a:pt x="21600" y="10798"/>
                  </a:lnTo>
                  <a:lnTo>
                    <a:pt x="21516" y="9443"/>
                  </a:lnTo>
                  <a:lnTo>
                    <a:pt x="21270" y="8139"/>
                  </a:lnTo>
                  <a:lnTo>
                    <a:pt x="20873" y="6895"/>
                  </a:lnTo>
                  <a:lnTo>
                    <a:pt x="20334" y="5721"/>
                  </a:lnTo>
                  <a:lnTo>
                    <a:pt x="19665" y="4628"/>
                  </a:lnTo>
                  <a:lnTo>
                    <a:pt x="18874" y="3626"/>
                  </a:lnTo>
                  <a:lnTo>
                    <a:pt x="17972" y="2724"/>
                  </a:lnTo>
                  <a:lnTo>
                    <a:pt x="16969" y="1934"/>
                  </a:lnTo>
                  <a:lnTo>
                    <a:pt x="15876" y="1265"/>
                  </a:lnTo>
                  <a:lnTo>
                    <a:pt x="14702" y="727"/>
                  </a:lnTo>
                  <a:lnTo>
                    <a:pt x="13458" y="330"/>
                  </a:lnTo>
                  <a:lnTo>
                    <a:pt x="12153" y="84"/>
                  </a:lnTo>
                  <a:lnTo>
                    <a:pt x="10798" y="0"/>
                  </a:lnTo>
                  <a:close/>
                </a:path>
              </a:pathLst>
            </a:custGeom>
            <a:solidFill>
              <a:srgbClr val="2C8552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56" name="object 15"/>
            <p:cNvSpPr/>
            <p:nvPr/>
          </p:nvSpPr>
          <p:spPr>
            <a:xfrm>
              <a:off x="-1" y="-1"/>
              <a:ext cx="733427" cy="7334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98"/>
                  </a:moveTo>
                  <a:lnTo>
                    <a:pt x="84" y="9443"/>
                  </a:lnTo>
                  <a:lnTo>
                    <a:pt x="330" y="8139"/>
                  </a:lnTo>
                  <a:lnTo>
                    <a:pt x="727" y="6895"/>
                  </a:lnTo>
                  <a:lnTo>
                    <a:pt x="1265" y="5721"/>
                  </a:lnTo>
                  <a:lnTo>
                    <a:pt x="1934" y="4628"/>
                  </a:lnTo>
                  <a:lnTo>
                    <a:pt x="2724" y="3626"/>
                  </a:lnTo>
                  <a:lnTo>
                    <a:pt x="3626" y="2724"/>
                  </a:lnTo>
                  <a:lnTo>
                    <a:pt x="4628" y="1934"/>
                  </a:lnTo>
                  <a:lnTo>
                    <a:pt x="5721" y="1265"/>
                  </a:lnTo>
                  <a:lnTo>
                    <a:pt x="6895" y="727"/>
                  </a:lnTo>
                  <a:lnTo>
                    <a:pt x="8139" y="330"/>
                  </a:lnTo>
                  <a:lnTo>
                    <a:pt x="9443" y="84"/>
                  </a:lnTo>
                  <a:lnTo>
                    <a:pt x="10798" y="0"/>
                  </a:lnTo>
                  <a:lnTo>
                    <a:pt x="12153" y="84"/>
                  </a:lnTo>
                  <a:lnTo>
                    <a:pt x="13458" y="330"/>
                  </a:lnTo>
                  <a:lnTo>
                    <a:pt x="14702" y="727"/>
                  </a:lnTo>
                  <a:lnTo>
                    <a:pt x="15876" y="1265"/>
                  </a:lnTo>
                  <a:lnTo>
                    <a:pt x="16969" y="1934"/>
                  </a:lnTo>
                  <a:lnTo>
                    <a:pt x="17972" y="2724"/>
                  </a:lnTo>
                  <a:lnTo>
                    <a:pt x="18874" y="3626"/>
                  </a:lnTo>
                  <a:lnTo>
                    <a:pt x="19665" y="4628"/>
                  </a:lnTo>
                  <a:lnTo>
                    <a:pt x="20334" y="5721"/>
                  </a:lnTo>
                  <a:lnTo>
                    <a:pt x="20873" y="6895"/>
                  </a:lnTo>
                  <a:lnTo>
                    <a:pt x="21270" y="8139"/>
                  </a:lnTo>
                  <a:lnTo>
                    <a:pt x="21516" y="9443"/>
                  </a:lnTo>
                  <a:lnTo>
                    <a:pt x="21600" y="10798"/>
                  </a:lnTo>
                  <a:lnTo>
                    <a:pt x="21516" y="12153"/>
                  </a:lnTo>
                  <a:lnTo>
                    <a:pt x="21270" y="13458"/>
                  </a:lnTo>
                  <a:lnTo>
                    <a:pt x="20873" y="14702"/>
                  </a:lnTo>
                  <a:lnTo>
                    <a:pt x="20334" y="15876"/>
                  </a:lnTo>
                  <a:lnTo>
                    <a:pt x="19665" y="16969"/>
                  </a:lnTo>
                  <a:lnTo>
                    <a:pt x="18874" y="17972"/>
                  </a:lnTo>
                  <a:lnTo>
                    <a:pt x="17972" y="18874"/>
                  </a:lnTo>
                  <a:lnTo>
                    <a:pt x="16969" y="19665"/>
                  </a:lnTo>
                  <a:lnTo>
                    <a:pt x="15876" y="20334"/>
                  </a:lnTo>
                  <a:lnTo>
                    <a:pt x="14702" y="20873"/>
                  </a:lnTo>
                  <a:lnTo>
                    <a:pt x="13458" y="21270"/>
                  </a:lnTo>
                  <a:lnTo>
                    <a:pt x="12153" y="21516"/>
                  </a:lnTo>
                  <a:lnTo>
                    <a:pt x="10798" y="21600"/>
                  </a:lnTo>
                  <a:lnTo>
                    <a:pt x="9443" y="21516"/>
                  </a:lnTo>
                  <a:lnTo>
                    <a:pt x="8139" y="21270"/>
                  </a:lnTo>
                  <a:lnTo>
                    <a:pt x="6895" y="20873"/>
                  </a:lnTo>
                  <a:lnTo>
                    <a:pt x="5721" y="20334"/>
                  </a:lnTo>
                  <a:lnTo>
                    <a:pt x="4628" y="19665"/>
                  </a:lnTo>
                  <a:lnTo>
                    <a:pt x="3626" y="18874"/>
                  </a:lnTo>
                  <a:lnTo>
                    <a:pt x="2724" y="17972"/>
                  </a:lnTo>
                  <a:lnTo>
                    <a:pt x="1934" y="16969"/>
                  </a:lnTo>
                  <a:lnTo>
                    <a:pt x="1265" y="15876"/>
                  </a:lnTo>
                  <a:lnTo>
                    <a:pt x="727" y="14702"/>
                  </a:lnTo>
                  <a:lnTo>
                    <a:pt x="330" y="13458"/>
                  </a:lnTo>
                  <a:lnTo>
                    <a:pt x="84" y="12153"/>
                  </a:lnTo>
                  <a:lnTo>
                    <a:pt x="0" y="10798"/>
                  </a:lnTo>
                  <a:close/>
                </a:path>
              </a:pathLst>
            </a:custGeom>
            <a:noFill/>
            <a:ln w="12700" cap="flat">
              <a:solidFill>
                <a:srgbClr val="2C8552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58" name="object 16"/>
          <p:cNvSpPr txBox="1"/>
          <p:nvPr/>
        </p:nvSpPr>
        <p:spPr>
          <a:xfrm>
            <a:off x="1243661" y="1852836"/>
            <a:ext cx="311787" cy="306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spc="-25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75</a:t>
            </a:r>
          </a:p>
        </p:txBody>
      </p:sp>
      <p:sp>
        <p:nvSpPr>
          <p:cNvPr id="159" name="object 19"/>
          <p:cNvSpPr txBox="1"/>
          <p:nvPr/>
        </p:nvSpPr>
        <p:spPr>
          <a:xfrm>
            <a:off x="494692" y="2539525"/>
            <a:ext cx="1809727" cy="1197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514984">
              <a:spcBef>
                <a:spcPts val="100"/>
              </a:spcBef>
              <a:defRPr b="1" sz="1200">
                <a:solidFill>
                  <a:srgbClr val="2C8552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Sensors</a:t>
            </a:r>
            <a:r>
              <a:rPr spc="-35"/>
              <a:t> </a:t>
            </a:r>
            <a:r>
              <a:rPr spc="-10"/>
              <a:t>Total</a:t>
            </a:r>
          </a:p>
          <a:p>
            <a:pPr>
              <a:spcBef>
                <a:spcPts val="200"/>
              </a:spcBef>
              <a:defRPr sz="12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L="200000" indent="-200000">
              <a:buClr>
                <a:srgbClr val="1B4331"/>
              </a:buClr>
              <a:buSzPct val="100000"/>
              <a:buFont typeface="Arial"/>
              <a:buChar char="•"/>
              <a:defRPr sz="14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Readings</a:t>
            </a:r>
            <a:r>
              <a:rPr spc="20"/>
              <a:t> </a:t>
            </a:r>
            <a:r>
              <a:rPr spc="-20"/>
              <a:t>update</a:t>
            </a:r>
            <a:r>
              <a:rPr spc="-50"/>
              <a:t> </a:t>
            </a:r>
            <a:r>
              <a:rPr spc="-20"/>
              <a:t>live</a:t>
            </a:r>
          </a:p>
          <a:p>
            <a:pPr marL="200000" marR="5080" indent="-200000">
              <a:lnSpc>
                <a:spcPct val="102800"/>
              </a:lnSpc>
              <a:spcBef>
                <a:spcPts val="1100"/>
              </a:spcBef>
              <a:buClr>
                <a:srgbClr val="1B4331"/>
              </a:buClr>
              <a:buSzPct val="100000"/>
              <a:buFont typeface="Arial"/>
              <a:buChar char="•"/>
              <a:defRPr sz="14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Placed</a:t>
            </a:r>
            <a:r>
              <a:rPr spc="-30"/>
              <a:t> </a:t>
            </a:r>
            <a:r>
              <a:rPr spc="-10"/>
              <a:t>collaboratively </a:t>
            </a:r>
            <a:r>
              <a:t>with</a:t>
            </a:r>
            <a:r>
              <a:rPr spc="-30"/>
              <a:t> </a:t>
            </a:r>
            <a:r>
              <a:t>the</a:t>
            </a:r>
            <a:r>
              <a:rPr spc="10"/>
              <a:t> </a:t>
            </a:r>
            <a:r>
              <a:rPr spc="-10"/>
              <a:t>community</a:t>
            </a:r>
          </a:p>
        </p:txBody>
      </p:sp>
      <p:pic>
        <p:nvPicPr>
          <p:cNvPr id="160" name="object 21" descr="object 2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9400" y="1552575"/>
            <a:ext cx="2762250" cy="2781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161" name="object 22" descr="object 22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15025" y="1543050"/>
            <a:ext cx="2686050" cy="2714625"/>
          </a:xfrm>
          <a:prstGeom prst="rect">
            <a:avLst/>
          </a:prstGeom>
          <a:ln w="12700">
            <a:miter lim="400000"/>
          </a:ln>
        </p:spPr>
      </p:pic>
      <p:sp>
        <p:nvSpPr>
          <p:cNvPr id="162" name="object 23"/>
          <p:cNvSpPr txBox="1"/>
          <p:nvPr/>
        </p:nvSpPr>
        <p:spPr>
          <a:xfrm>
            <a:off x="515646" y="3892495"/>
            <a:ext cx="1970379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L="200000" indent="-200000">
              <a:buClr>
                <a:srgbClr val="1B4331"/>
              </a:buClr>
              <a:buSzPct val="100000"/>
              <a:buFont typeface="Arial"/>
              <a:buChar char="•"/>
              <a:defRPr sz="14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Free to</a:t>
            </a:r>
            <a:r>
              <a:rPr spc="-40"/>
              <a:t> </a:t>
            </a:r>
            <a:r>
              <a:t>view</a:t>
            </a:r>
            <a:r>
              <a:rPr spc="-75"/>
              <a:t> </a:t>
            </a:r>
            <a:r>
              <a:t>at</a:t>
            </a:r>
            <a:r>
              <a:rPr spc="5"/>
              <a:t> </a:t>
            </a:r>
            <a:r>
              <a:t>any</a:t>
            </a:r>
            <a:r>
              <a:rPr spc="-10"/>
              <a:t> </a:t>
            </a:r>
            <a:r>
              <a:rPr spc="-20"/>
              <a:t>time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object 27"/>
          <p:cNvSpPr txBox="1"/>
          <p:nvPr/>
        </p:nvSpPr>
        <p:spPr>
          <a:xfrm>
            <a:off x="353376" y="4923240"/>
            <a:ext cx="13973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10" sz="900">
                <a:solidFill>
                  <a:srgbClr val="74C59D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commonsensesproject.org</a:t>
            </a:r>
          </a:p>
        </p:txBody>
      </p:sp>
      <p:sp>
        <p:nvSpPr>
          <p:cNvPr id="165" name="object 2"/>
          <p:cNvSpPr/>
          <p:nvPr/>
        </p:nvSpPr>
        <p:spPr>
          <a:xfrm>
            <a:off x="-1" y="-217426"/>
            <a:ext cx="9144001" cy="5143503"/>
          </a:xfrm>
          <a:prstGeom prst="rect">
            <a:avLst/>
          </a:prstGeom>
          <a:solidFill>
            <a:srgbClr val="F8F5E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169" name="object 3"/>
          <p:cNvGrpSpPr/>
          <p:nvPr/>
        </p:nvGrpSpPr>
        <p:grpSpPr>
          <a:xfrm>
            <a:off x="4762" y="4825"/>
            <a:ext cx="9139239" cy="533403"/>
            <a:chOff x="0" y="0"/>
            <a:chExt cx="9139237" cy="533402"/>
          </a:xfrm>
        </p:grpSpPr>
        <p:sp>
          <p:nvSpPr>
            <p:cNvPr id="166" name="object 4"/>
            <p:cNvSpPr/>
            <p:nvPr/>
          </p:nvSpPr>
          <p:spPr>
            <a:xfrm>
              <a:off x="-1" y="0"/>
              <a:ext cx="9139239" cy="114301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67" name="object 5"/>
            <p:cNvSpPr/>
            <p:nvPr/>
          </p:nvSpPr>
          <p:spPr>
            <a:xfrm>
              <a:off x="-1" y="0"/>
              <a:ext cx="9139239" cy="1143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</a:path>
              </a:pathLst>
            </a:cu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68" name="object 6"/>
            <p:cNvSpPr/>
            <p:nvPr/>
          </p:nvSpPr>
          <p:spPr>
            <a:xfrm>
              <a:off x="-1" y="0"/>
              <a:ext cx="638177" cy="533403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70" name="object 7"/>
          <p:cNvSpPr txBox="1"/>
          <p:nvPr/>
        </p:nvSpPr>
        <p:spPr>
          <a:xfrm>
            <a:off x="4761" y="4824"/>
            <a:ext cx="638178" cy="169565"/>
          </a:xfrm>
          <a:prstGeom prst="rect">
            <a:avLst/>
          </a:prstGeom>
          <a:ln w="12700">
            <a:solidFill>
              <a:srgbClr val="1B433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100"/>
              </a:spcBef>
              <a:defRPr b="1" spc="-25" sz="1200">
                <a:solidFill>
                  <a:srgbClr val="E9A84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71" name="object 8"/>
          <p:cNvSpPr txBox="1"/>
          <p:nvPr>
            <p:ph type="title"/>
          </p:nvPr>
        </p:nvSpPr>
        <p:spPr>
          <a:xfrm>
            <a:off x="811211" y="205992"/>
            <a:ext cx="6207128" cy="483872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</a:pPr>
            <a:r>
              <a:t>What</a:t>
            </a:r>
            <a:r>
              <a:rPr spc="-100"/>
              <a:t> </a:t>
            </a:r>
            <a:r>
              <a:t>are</a:t>
            </a:r>
            <a:r>
              <a:rPr spc="-100"/>
              <a:t> </a:t>
            </a:r>
            <a:r>
              <a:t>the</a:t>
            </a:r>
            <a:r>
              <a:rPr spc="-100"/>
              <a:t> sensors?</a:t>
            </a:r>
          </a:p>
        </p:txBody>
      </p:sp>
      <p:grpSp>
        <p:nvGrpSpPr>
          <p:cNvPr id="174" name="object 9"/>
          <p:cNvGrpSpPr/>
          <p:nvPr/>
        </p:nvGrpSpPr>
        <p:grpSpPr>
          <a:xfrm>
            <a:off x="4762" y="4900612"/>
            <a:ext cx="9139239" cy="242890"/>
            <a:chOff x="0" y="0"/>
            <a:chExt cx="9139237" cy="242889"/>
          </a:xfrm>
        </p:grpSpPr>
        <p:sp>
          <p:nvSpPr>
            <p:cNvPr id="172" name="object 10"/>
            <p:cNvSpPr/>
            <p:nvPr/>
          </p:nvSpPr>
          <p:spPr>
            <a:xfrm>
              <a:off x="-1" y="0"/>
              <a:ext cx="9139239" cy="242890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73" name="object 11"/>
            <p:cNvSpPr/>
            <p:nvPr/>
          </p:nvSpPr>
          <p:spPr>
            <a:xfrm>
              <a:off x="-1" y="-1"/>
              <a:ext cx="9139239" cy="2428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75" name="object 12"/>
          <p:cNvSpPr txBox="1"/>
          <p:nvPr/>
        </p:nvSpPr>
        <p:spPr>
          <a:xfrm>
            <a:off x="668654" y="1000050"/>
            <a:ext cx="8014335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>
              <a:lnSpc>
                <a:spcPct val="102800"/>
              </a:lnSpc>
              <a:defRPr sz="13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Small</a:t>
            </a:r>
            <a:r>
              <a:rPr spc="-50"/>
              <a:t> </a:t>
            </a:r>
            <a:r>
              <a:t>devices</a:t>
            </a:r>
            <a:r>
              <a:rPr spc="15"/>
              <a:t> </a:t>
            </a:r>
            <a:r>
              <a:rPr spc="-10"/>
              <a:t>installed</a:t>
            </a:r>
            <a:r>
              <a:rPr spc="-25"/>
              <a:t> </a:t>
            </a:r>
            <a:r>
              <a:t>around</a:t>
            </a:r>
            <a:r>
              <a:rPr spc="-20"/>
              <a:t> </a:t>
            </a:r>
            <a:r>
              <a:t>the</a:t>
            </a:r>
            <a:r>
              <a:rPr spc="15"/>
              <a:t> </a:t>
            </a:r>
            <a:r>
              <a:rPr spc="-10"/>
              <a:t>neighbourhood</a:t>
            </a:r>
            <a:r>
              <a:rPr spc="-25"/>
              <a:t> </a:t>
            </a:r>
            <a:r>
              <a:t>that</a:t>
            </a:r>
            <a:r>
              <a:rPr spc="20"/>
              <a:t> </a:t>
            </a:r>
            <a:r>
              <a:t>measure</a:t>
            </a:r>
            <a:r>
              <a:rPr spc="-60"/>
              <a:t> </a:t>
            </a:r>
            <a:r>
              <a:t>what's</a:t>
            </a:r>
            <a:r>
              <a:rPr spc="-50"/>
              <a:t> </a:t>
            </a:r>
            <a:r>
              <a:t>happening</a:t>
            </a:r>
            <a:r>
              <a:rPr spc="-20"/>
              <a:t> </a:t>
            </a:r>
            <a:r>
              <a:t>in</a:t>
            </a:r>
            <a:r>
              <a:rPr spc="-25"/>
              <a:t> </a:t>
            </a:r>
            <a:r>
              <a:t>the</a:t>
            </a:r>
            <a:r>
              <a:rPr spc="-55"/>
              <a:t> </a:t>
            </a:r>
            <a:r>
              <a:t>air</a:t>
            </a:r>
            <a:r>
              <a:rPr spc="-70"/>
              <a:t> </a:t>
            </a:r>
            <a:r>
              <a:t>around</a:t>
            </a:r>
            <a:r>
              <a:rPr spc="-25"/>
              <a:t> </a:t>
            </a:r>
            <a:r>
              <a:rPr spc="-20"/>
              <a:t>you, </a:t>
            </a:r>
            <a:r>
              <a:t>24</a:t>
            </a:r>
            <a:r>
              <a:rPr spc="-60"/>
              <a:t> </a:t>
            </a:r>
            <a:r>
              <a:t>hours</a:t>
            </a:r>
            <a:r>
              <a:rPr spc="-45"/>
              <a:t> </a:t>
            </a:r>
            <a:r>
              <a:t>a</a:t>
            </a:r>
            <a:r>
              <a:rPr spc="55"/>
              <a:t> </a:t>
            </a:r>
            <a:r>
              <a:rPr spc="-20"/>
              <a:t>day.</a:t>
            </a:r>
          </a:p>
        </p:txBody>
      </p:sp>
      <p:pic>
        <p:nvPicPr>
          <p:cNvPr id="176" name="object 25" descr="object 2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800600" y="1477001"/>
            <a:ext cx="3467100" cy="3133726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84" name="object 4"/>
          <p:cNvGrpSpPr/>
          <p:nvPr/>
        </p:nvGrpSpPr>
        <p:grpSpPr>
          <a:xfrm>
            <a:off x="649604" y="1457516"/>
            <a:ext cx="2795654" cy="3338579"/>
            <a:chOff x="0" y="0"/>
            <a:chExt cx="2795652" cy="3338577"/>
          </a:xfrm>
        </p:grpSpPr>
        <p:pic>
          <p:nvPicPr>
            <p:cNvPr id="177" name="object 7" descr="object 7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-1"/>
              <a:ext cx="2795654" cy="33385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78" name="object 8"/>
            <p:cNvSpPr/>
            <p:nvPr/>
          </p:nvSpPr>
          <p:spPr>
            <a:xfrm>
              <a:off x="147637" y="157289"/>
              <a:ext cx="2562229" cy="30384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79" name="object 9"/>
            <p:cNvSpPr/>
            <p:nvPr/>
          </p:nvSpPr>
          <p:spPr>
            <a:xfrm>
              <a:off x="147637" y="90549"/>
              <a:ext cx="2562229" cy="3105154"/>
            </a:xfrm>
            <a:prstGeom prst="rect">
              <a:avLst/>
            </a:prstGeom>
            <a:noFill/>
            <a:ln w="12700" cap="flat">
              <a:solidFill>
                <a:srgbClr val="E4E7EB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0" name="object 10"/>
            <p:cNvSpPr/>
            <p:nvPr/>
          </p:nvSpPr>
          <p:spPr>
            <a:xfrm>
              <a:off x="147637" y="90614"/>
              <a:ext cx="2562229" cy="66677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1" name="object 11"/>
            <p:cNvSpPr/>
            <p:nvPr/>
          </p:nvSpPr>
          <p:spPr>
            <a:xfrm>
              <a:off x="147637" y="90614"/>
              <a:ext cx="2562229" cy="66677"/>
            </a:xfrm>
            <a:prstGeom prst="rect">
              <a:avLst/>
            </a:pr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2" name="object 12"/>
            <p:cNvSpPr/>
            <p:nvPr/>
          </p:nvSpPr>
          <p:spPr>
            <a:xfrm>
              <a:off x="1062101" y="204914"/>
              <a:ext cx="733427" cy="7334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98" y="0"/>
                  </a:moveTo>
                  <a:lnTo>
                    <a:pt x="9443" y="84"/>
                  </a:lnTo>
                  <a:lnTo>
                    <a:pt x="8139" y="330"/>
                  </a:lnTo>
                  <a:lnTo>
                    <a:pt x="6895" y="727"/>
                  </a:lnTo>
                  <a:lnTo>
                    <a:pt x="5721" y="1265"/>
                  </a:lnTo>
                  <a:lnTo>
                    <a:pt x="4628" y="1934"/>
                  </a:lnTo>
                  <a:lnTo>
                    <a:pt x="3626" y="2724"/>
                  </a:lnTo>
                  <a:lnTo>
                    <a:pt x="2724" y="3626"/>
                  </a:lnTo>
                  <a:lnTo>
                    <a:pt x="1934" y="4628"/>
                  </a:lnTo>
                  <a:lnTo>
                    <a:pt x="1265" y="5721"/>
                  </a:lnTo>
                  <a:lnTo>
                    <a:pt x="727" y="6895"/>
                  </a:lnTo>
                  <a:lnTo>
                    <a:pt x="330" y="8139"/>
                  </a:lnTo>
                  <a:lnTo>
                    <a:pt x="84" y="9443"/>
                  </a:lnTo>
                  <a:lnTo>
                    <a:pt x="0" y="10798"/>
                  </a:lnTo>
                  <a:lnTo>
                    <a:pt x="84" y="12153"/>
                  </a:lnTo>
                  <a:lnTo>
                    <a:pt x="330" y="13458"/>
                  </a:lnTo>
                  <a:lnTo>
                    <a:pt x="727" y="14702"/>
                  </a:lnTo>
                  <a:lnTo>
                    <a:pt x="1265" y="15876"/>
                  </a:lnTo>
                  <a:lnTo>
                    <a:pt x="1934" y="16969"/>
                  </a:lnTo>
                  <a:lnTo>
                    <a:pt x="2724" y="17972"/>
                  </a:lnTo>
                  <a:lnTo>
                    <a:pt x="3626" y="18874"/>
                  </a:lnTo>
                  <a:lnTo>
                    <a:pt x="4628" y="19665"/>
                  </a:lnTo>
                  <a:lnTo>
                    <a:pt x="5721" y="20334"/>
                  </a:lnTo>
                  <a:lnTo>
                    <a:pt x="6895" y="20873"/>
                  </a:lnTo>
                  <a:lnTo>
                    <a:pt x="8139" y="21270"/>
                  </a:lnTo>
                  <a:lnTo>
                    <a:pt x="9443" y="21516"/>
                  </a:lnTo>
                  <a:lnTo>
                    <a:pt x="10798" y="21600"/>
                  </a:lnTo>
                  <a:lnTo>
                    <a:pt x="12153" y="21516"/>
                  </a:lnTo>
                  <a:lnTo>
                    <a:pt x="13458" y="21270"/>
                  </a:lnTo>
                  <a:lnTo>
                    <a:pt x="14702" y="20873"/>
                  </a:lnTo>
                  <a:lnTo>
                    <a:pt x="15876" y="20334"/>
                  </a:lnTo>
                  <a:lnTo>
                    <a:pt x="16969" y="19665"/>
                  </a:lnTo>
                  <a:lnTo>
                    <a:pt x="17972" y="18874"/>
                  </a:lnTo>
                  <a:lnTo>
                    <a:pt x="18874" y="17972"/>
                  </a:lnTo>
                  <a:lnTo>
                    <a:pt x="19665" y="16969"/>
                  </a:lnTo>
                  <a:lnTo>
                    <a:pt x="20334" y="15876"/>
                  </a:lnTo>
                  <a:lnTo>
                    <a:pt x="20873" y="14702"/>
                  </a:lnTo>
                  <a:lnTo>
                    <a:pt x="21270" y="13458"/>
                  </a:lnTo>
                  <a:lnTo>
                    <a:pt x="21516" y="12153"/>
                  </a:lnTo>
                  <a:lnTo>
                    <a:pt x="21600" y="10798"/>
                  </a:lnTo>
                  <a:lnTo>
                    <a:pt x="21516" y="9443"/>
                  </a:lnTo>
                  <a:lnTo>
                    <a:pt x="21270" y="8139"/>
                  </a:lnTo>
                  <a:lnTo>
                    <a:pt x="20873" y="6895"/>
                  </a:lnTo>
                  <a:lnTo>
                    <a:pt x="20334" y="5721"/>
                  </a:lnTo>
                  <a:lnTo>
                    <a:pt x="19665" y="4628"/>
                  </a:lnTo>
                  <a:lnTo>
                    <a:pt x="18874" y="3626"/>
                  </a:lnTo>
                  <a:lnTo>
                    <a:pt x="17972" y="2724"/>
                  </a:lnTo>
                  <a:lnTo>
                    <a:pt x="16969" y="1934"/>
                  </a:lnTo>
                  <a:lnTo>
                    <a:pt x="15876" y="1265"/>
                  </a:lnTo>
                  <a:lnTo>
                    <a:pt x="14702" y="727"/>
                  </a:lnTo>
                  <a:lnTo>
                    <a:pt x="13458" y="330"/>
                  </a:lnTo>
                  <a:lnTo>
                    <a:pt x="12153" y="84"/>
                  </a:lnTo>
                  <a:lnTo>
                    <a:pt x="10798" y="0"/>
                  </a:lnTo>
                  <a:close/>
                </a:path>
              </a:pathLst>
            </a:cu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83" name="object 13"/>
            <p:cNvSpPr/>
            <p:nvPr/>
          </p:nvSpPr>
          <p:spPr>
            <a:xfrm>
              <a:off x="1062101" y="204914"/>
              <a:ext cx="733427" cy="7334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98"/>
                  </a:moveTo>
                  <a:lnTo>
                    <a:pt x="84" y="9443"/>
                  </a:lnTo>
                  <a:lnTo>
                    <a:pt x="330" y="8139"/>
                  </a:lnTo>
                  <a:lnTo>
                    <a:pt x="727" y="6895"/>
                  </a:lnTo>
                  <a:lnTo>
                    <a:pt x="1265" y="5721"/>
                  </a:lnTo>
                  <a:lnTo>
                    <a:pt x="1934" y="4628"/>
                  </a:lnTo>
                  <a:lnTo>
                    <a:pt x="2724" y="3626"/>
                  </a:lnTo>
                  <a:lnTo>
                    <a:pt x="3626" y="2724"/>
                  </a:lnTo>
                  <a:lnTo>
                    <a:pt x="4628" y="1934"/>
                  </a:lnTo>
                  <a:lnTo>
                    <a:pt x="5721" y="1265"/>
                  </a:lnTo>
                  <a:lnTo>
                    <a:pt x="6895" y="727"/>
                  </a:lnTo>
                  <a:lnTo>
                    <a:pt x="8139" y="330"/>
                  </a:lnTo>
                  <a:lnTo>
                    <a:pt x="9443" y="84"/>
                  </a:lnTo>
                  <a:lnTo>
                    <a:pt x="10798" y="0"/>
                  </a:lnTo>
                  <a:lnTo>
                    <a:pt x="12153" y="84"/>
                  </a:lnTo>
                  <a:lnTo>
                    <a:pt x="13458" y="330"/>
                  </a:lnTo>
                  <a:lnTo>
                    <a:pt x="14702" y="727"/>
                  </a:lnTo>
                  <a:lnTo>
                    <a:pt x="15876" y="1265"/>
                  </a:lnTo>
                  <a:lnTo>
                    <a:pt x="16969" y="1934"/>
                  </a:lnTo>
                  <a:lnTo>
                    <a:pt x="17972" y="2724"/>
                  </a:lnTo>
                  <a:lnTo>
                    <a:pt x="18874" y="3626"/>
                  </a:lnTo>
                  <a:lnTo>
                    <a:pt x="19665" y="4628"/>
                  </a:lnTo>
                  <a:lnTo>
                    <a:pt x="20334" y="5721"/>
                  </a:lnTo>
                  <a:lnTo>
                    <a:pt x="20873" y="6895"/>
                  </a:lnTo>
                  <a:lnTo>
                    <a:pt x="21270" y="8139"/>
                  </a:lnTo>
                  <a:lnTo>
                    <a:pt x="21516" y="9443"/>
                  </a:lnTo>
                  <a:lnTo>
                    <a:pt x="21600" y="10798"/>
                  </a:lnTo>
                  <a:lnTo>
                    <a:pt x="21516" y="12153"/>
                  </a:lnTo>
                  <a:lnTo>
                    <a:pt x="21270" y="13458"/>
                  </a:lnTo>
                  <a:lnTo>
                    <a:pt x="20873" y="14702"/>
                  </a:lnTo>
                  <a:lnTo>
                    <a:pt x="20334" y="15876"/>
                  </a:lnTo>
                  <a:lnTo>
                    <a:pt x="19665" y="16969"/>
                  </a:lnTo>
                  <a:lnTo>
                    <a:pt x="18874" y="17972"/>
                  </a:lnTo>
                  <a:lnTo>
                    <a:pt x="17972" y="18874"/>
                  </a:lnTo>
                  <a:lnTo>
                    <a:pt x="16969" y="19665"/>
                  </a:lnTo>
                  <a:lnTo>
                    <a:pt x="15876" y="20334"/>
                  </a:lnTo>
                  <a:lnTo>
                    <a:pt x="14702" y="20873"/>
                  </a:lnTo>
                  <a:lnTo>
                    <a:pt x="13458" y="21270"/>
                  </a:lnTo>
                  <a:lnTo>
                    <a:pt x="12153" y="21516"/>
                  </a:lnTo>
                  <a:lnTo>
                    <a:pt x="10798" y="21600"/>
                  </a:lnTo>
                  <a:lnTo>
                    <a:pt x="9443" y="21516"/>
                  </a:lnTo>
                  <a:lnTo>
                    <a:pt x="8139" y="21270"/>
                  </a:lnTo>
                  <a:lnTo>
                    <a:pt x="6895" y="20873"/>
                  </a:lnTo>
                  <a:lnTo>
                    <a:pt x="5721" y="20334"/>
                  </a:lnTo>
                  <a:lnTo>
                    <a:pt x="4628" y="19665"/>
                  </a:lnTo>
                  <a:lnTo>
                    <a:pt x="3626" y="18874"/>
                  </a:lnTo>
                  <a:lnTo>
                    <a:pt x="2724" y="17972"/>
                  </a:lnTo>
                  <a:lnTo>
                    <a:pt x="1934" y="16969"/>
                  </a:lnTo>
                  <a:lnTo>
                    <a:pt x="1265" y="15876"/>
                  </a:lnTo>
                  <a:lnTo>
                    <a:pt x="727" y="14702"/>
                  </a:lnTo>
                  <a:lnTo>
                    <a:pt x="330" y="13458"/>
                  </a:lnTo>
                  <a:lnTo>
                    <a:pt x="84" y="12153"/>
                  </a:lnTo>
                  <a:lnTo>
                    <a:pt x="0" y="10798"/>
                  </a:lnTo>
                  <a:close/>
                </a:path>
              </a:pathLst>
            </a:cu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85" name="object 18"/>
          <p:cNvSpPr txBox="1"/>
          <p:nvPr/>
        </p:nvSpPr>
        <p:spPr>
          <a:xfrm>
            <a:off x="1017955" y="2320132"/>
            <a:ext cx="2124291" cy="21324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"/>
              </a:spcBef>
              <a:defRPr sz="21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marR="635" algn="ctr">
              <a:defRPr b="1" sz="1200">
                <a:solidFill>
                  <a:srgbClr val="1B433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Heat</a:t>
            </a:r>
            <a:r>
              <a:rPr spc="-20"/>
              <a:t> </a:t>
            </a:r>
            <a:r>
              <a:t>&amp;</a:t>
            </a:r>
            <a:r>
              <a:rPr spc="-5"/>
              <a:t> </a:t>
            </a:r>
            <a:r>
              <a:t>Noise</a:t>
            </a:r>
            <a:r>
              <a:rPr spc="-60"/>
              <a:t> </a:t>
            </a:r>
            <a:r>
              <a:rPr spc="-10"/>
              <a:t>Sensors</a:t>
            </a:r>
          </a:p>
          <a:p>
            <a:pPr>
              <a:spcBef>
                <a:spcPts val="200"/>
              </a:spcBef>
              <a:defRPr sz="12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L="200000" indent="-200000">
              <a:buClr>
                <a:srgbClr val="1B4331"/>
              </a:buClr>
              <a:buSzPct val="100000"/>
              <a:buFont typeface="Arial"/>
              <a:buChar char="•"/>
              <a:defRPr sz="14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How</a:t>
            </a:r>
            <a:r>
              <a:rPr spc="-15"/>
              <a:t> </a:t>
            </a:r>
            <a:r>
              <a:t>hot</a:t>
            </a:r>
            <a:r>
              <a:rPr spc="-60"/>
              <a:t> </a:t>
            </a:r>
            <a:r>
              <a:t>it</a:t>
            </a:r>
            <a:r>
              <a:rPr spc="5"/>
              <a:t> </a:t>
            </a:r>
            <a:r>
              <a:t>feels </a:t>
            </a:r>
            <a:r>
              <a:rPr spc="-10"/>
              <a:t>outside</a:t>
            </a:r>
          </a:p>
          <a:p>
            <a:pPr>
              <a:spcBef>
                <a:spcPts val="300"/>
              </a:spcBef>
              <a:defRPr sz="14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L="200000" indent="-200000">
              <a:buClr>
                <a:srgbClr val="1B4331"/>
              </a:buClr>
              <a:buSzPct val="100000"/>
              <a:buFont typeface="Arial"/>
              <a:buChar char="•"/>
              <a:defRPr sz="14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How</a:t>
            </a:r>
            <a:r>
              <a:rPr spc="-20"/>
              <a:t> </a:t>
            </a:r>
            <a:r>
              <a:t>loud</a:t>
            </a:r>
            <a:r>
              <a:rPr spc="-50"/>
              <a:t> </a:t>
            </a:r>
            <a:r>
              <a:t>it is</a:t>
            </a:r>
            <a:r>
              <a:rPr spc="-5"/>
              <a:t> </a:t>
            </a:r>
            <a:r>
              <a:t>on</a:t>
            </a:r>
            <a:r>
              <a:rPr spc="-45"/>
              <a:t> </a:t>
            </a:r>
            <a:r>
              <a:t>your</a:t>
            </a:r>
            <a:r>
              <a:rPr spc="-20"/>
              <a:t> </a:t>
            </a:r>
            <a:r>
              <a:rPr spc="-10"/>
              <a:t>street</a:t>
            </a:r>
          </a:p>
          <a:p>
            <a:pPr>
              <a:spcBef>
                <a:spcPts val="300"/>
              </a:spcBef>
              <a:defRPr sz="14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L="200000" indent="-200000">
              <a:buClr>
                <a:srgbClr val="1B4331"/>
              </a:buClr>
              <a:buSzPct val="100000"/>
              <a:buFont typeface="Arial"/>
              <a:buChar char="•"/>
              <a:defRPr sz="14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Humidity</a:t>
            </a:r>
            <a:r>
              <a:rPr spc="-15"/>
              <a:t> </a:t>
            </a:r>
            <a:r>
              <a:t>in</a:t>
            </a:r>
            <a:r>
              <a:rPr spc="-35"/>
              <a:t> </a:t>
            </a:r>
            <a:r>
              <a:t>the</a:t>
            </a:r>
            <a:r>
              <a:rPr spc="-5"/>
              <a:t> </a:t>
            </a:r>
            <a:r>
              <a:rPr spc="-25"/>
              <a:t>air</a:t>
            </a:r>
          </a:p>
        </p:txBody>
      </p:sp>
      <p:sp>
        <p:nvSpPr>
          <p:cNvPr id="186" name="51"/>
          <p:cNvSpPr txBox="1"/>
          <p:nvPr/>
        </p:nvSpPr>
        <p:spPr>
          <a:xfrm>
            <a:off x="1897856" y="1820452"/>
            <a:ext cx="364489" cy="3976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spcBef>
                <a:spcPts val="100"/>
              </a:spcBef>
              <a:defRPr spc="-25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51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object 2"/>
          <p:cNvSpPr/>
          <p:nvPr/>
        </p:nvSpPr>
        <p:spPr>
          <a:xfrm>
            <a:off x="-1" y="-1"/>
            <a:ext cx="9144001" cy="5143503"/>
          </a:xfrm>
          <a:prstGeom prst="rect">
            <a:avLst/>
          </a:prstGeom>
          <a:solidFill>
            <a:srgbClr val="F8F5EF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9" name="object 26"/>
          <p:cNvSpPr txBox="1"/>
          <p:nvPr/>
        </p:nvSpPr>
        <p:spPr>
          <a:xfrm>
            <a:off x="353376" y="4923240"/>
            <a:ext cx="13973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10" sz="900">
                <a:solidFill>
                  <a:srgbClr val="74C59D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commonsensesproject.org</a:t>
            </a:r>
          </a:p>
        </p:txBody>
      </p:sp>
      <p:grpSp>
        <p:nvGrpSpPr>
          <p:cNvPr id="193" name="object 3"/>
          <p:cNvGrpSpPr/>
          <p:nvPr/>
        </p:nvGrpSpPr>
        <p:grpSpPr>
          <a:xfrm>
            <a:off x="4762" y="4825"/>
            <a:ext cx="9139239" cy="533403"/>
            <a:chOff x="0" y="0"/>
            <a:chExt cx="9139237" cy="533402"/>
          </a:xfrm>
        </p:grpSpPr>
        <p:sp>
          <p:nvSpPr>
            <p:cNvPr id="190" name="object 4"/>
            <p:cNvSpPr/>
            <p:nvPr/>
          </p:nvSpPr>
          <p:spPr>
            <a:xfrm>
              <a:off x="-1" y="0"/>
              <a:ext cx="9139239" cy="114301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1" name="object 5"/>
            <p:cNvSpPr/>
            <p:nvPr/>
          </p:nvSpPr>
          <p:spPr>
            <a:xfrm>
              <a:off x="-1" y="0"/>
              <a:ext cx="9139239" cy="1143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  <a:lnTo>
                    <a:pt x="21600" y="21600"/>
                  </a:lnTo>
                </a:path>
              </a:pathLst>
            </a:cu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2" name="object 6"/>
            <p:cNvSpPr/>
            <p:nvPr/>
          </p:nvSpPr>
          <p:spPr>
            <a:xfrm>
              <a:off x="-1" y="0"/>
              <a:ext cx="638177" cy="533403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94" name="object 7"/>
          <p:cNvSpPr txBox="1"/>
          <p:nvPr/>
        </p:nvSpPr>
        <p:spPr>
          <a:xfrm>
            <a:off x="4761" y="4824"/>
            <a:ext cx="638178" cy="169565"/>
          </a:xfrm>
          <a:prstGeom prst="rect">
            <a:avLst/>
          </a:prstGeom>
          <a:ln w="12700">
            <a:solidFill>
              <a:srgbClr val="1B433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100"/>
              </a:spcBef>
              <a:defRPr b="1" spc="-25" sz="1200">
                <a:solidFill>
                  <a:srgbClr val="E9A84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95" name="object 8"/>
          <p:cNvSpPr txBox="1"/>
          <p:nvPr>
            <p:ph type="title"/>
          </p:nvPr>
        </p:nvSpPr>
        <p:spPr>
          <a:xfrm>
            <a:off x="811211" y="205992"/>
            <a:ext cx="6207128" cy="483872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</a:pPr>
            <a:r>
              <a:t>What</a:t>
            </a:r>
            <a:r>
              <a:rPr spc="-100"/>
              <a:t> </a:t>
            </a:r>
            <a:r>
              <a:t>are</a:t>
            </a:r>
            <a:r>
              <a:rPr spc="-100"/>
              <a:t> </a:t>
            </a:r>
            <a:r>
              <a:t>the</a:t>
            </a:r>
            <a:r>
              <a:rPr spc="-100"/>
              <a:t> sensors?</a:t>
            </a:r>
          </a:p>
        </p:txBody>
      </p:sp>
      <p:grpSp>
        <p:nvGrpSpPr>
          <p:cNvPr id="198" name="object 9"/>
          <p:cNvGrpSpPr/>
          <p:nvPr/>
        </p:nvGrpSpPr>
        <p:grpSpPr>
          <a:xfrm>
            <a:off x="4762" y="4900612"/>
            <a:ext cx="9139239" cy="242890"/>
            <a:chOff x="0" y="0"/>
            <a:chExt cx="9139237" cy="242889"/>
          </a:xfrm>
        </p:grpSpPr>
        <p:sp>
          <p:nvSpPr>
            <p:cNvPr id="196" name="object 10"/>
            <p:cNvSpPr/>
            <p:nvPr/>
          </p:nvSpPr>
          <p:spPr>
            <a:xfrm>
              <a:off x="-1" y="0"/>
              <a:ext cx="9139239" cy="242890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197" name="object 11"/>
            <p:cNvSpPr/>
            <p:nvPr/>
          </p:nvSpPr>
          <p:spPr>
            <a:xfrm>
              <a:off x="-1" y="-1"/>
              <a:ext cx="9139239" cy="2428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99" name="object 12"/>
          <p:cNvSpPr txBox="1"/>
          <p:nvPr/>
        </p:nvSpPr>
        <p:spPr>
          <a:xfrm>
            <a:off x="536574" y="955737"/>
            <a:ext cx="8014335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>
              <a:lnSpc>
                <a:spcPct val="102800"/>
              </a:lnSpc>
              <a:defRPr sz="13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Small</a:t>
            </a:r>
            <a:r>
              <a:rPr spc="-50"/>
              <a:t> </a:t>
            </a:r>
            <a:r>
              <a:t>devices</a:t>
            </a:r>
            <a:r>
              <a:rPr spc="15"/>
              <a:t> </a:t>
            </a:r>
            <a:r>
              <a:rPr spc="-10"/>
              <a:t>installed</a:t>
            </a:r>
            <a:r>
              <a:rPr spc="-25"/>
              <a:t> </a:t>
            </a:r>
            <a:r>
              <a:t>around</a:t>
            </a:r>
            <a:r>
              <a:rPr spc="-20"/>
              <a:t> </a:t>
            </a:r>
            <a:r>
              <a:t>the</a:t>
            </a:r>
            <a:r>
              <a:rPr spc="15"/>
              <a:t> </a:t>
            </a:r>
            <a:r>
              <a:rPr spc="-10"/>
              <a:t>neighbourhood</a:t>
            </a:r>
            <a:r>
              <a:rPr spc="-25"/>
              <a:t> </a:t>
            </a:r>
            <a:r>
              <a:t>that</a:t>
            </a:r>
            <a:r>
              <a:rPr spc="20"/>
              <a:t> </a:t>
            </a:r>
            <a:r>
              <a:t>measure</a:t>
            </a:r>
            <a:r>
              <a:rPr spc="-60"/>
              <a:t> </a:t>
            </a:r>
            <a:r>
              <a:t>what's</a:t>
            </a:r>
            <a:r>
              <a:rPr spc="-50"/>
              <a:t> </a:t>
            </a:r>
            <a:r>
              <a:t>happening</a:t>
            </a:r>
            <a:r>
              <a:rPr spc="-20"/>
              <a:t> </a:t>
            </a:r>
            <a:r>
              <a:t>in</a:t>
            </a:r>
            <a:r>
              <a:rPr spc="-25"/>
              <a:t> </a:t>
            </a:r>
            <a:r>
              <a:t>the</a:t>
            </a:r>
            <a:r>
              <a:rPr spc="-55"/>
              <a:t> </a:t>
            </a:r>
            <a:r>
              <a:t>air</a:t>
            </a:r>
            <a:r>
              <a:rPr spc="-70"/>
              <a:t> </a:t>
            </a:r>
            <a:r>
              <a:t>around</a:t>
            </a:r>
            <a:r>
              <a:rPr spc="-25"/>
              <a:t> </a:t>
            </a:r>
            <a:r>
              <a:rPr spc="-20"/>
              <a:t>you, </a:t>
            </a:r>
            <a:r>
              <a:t>24</a:t>
            </a:r>
            <a:r>
              <a:rPr spc="-60"/>
              <a:t> </a:t>
            </a:r>
            <a:r>
              <a:t>hours</a:t>
            </a:r>
            <a:r>
              <a:rPr spc="-45"/>
              <a:t> </a:t>
            </a:r>
            <a:r>
              <a:t>a</a:t>
            </a:r>
            <a:r>
              <a:rPr spc="55"/>
              <a:t> </a:t>
            </a:r>
            <a:r>
              <a:rPr spc="-20"/>
              <a:t>day.</a:t>
            </a:r>
          </a:p>
        </p:txBody>
      </p:sp>
      <p:pic>
        <p:nvPicPr>
          <p:cNvPr id="200" name="object 25" descr="object 2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72000" y="1504950"/>
            <a:ext cx="3114675" cy="306705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08" name="object 19"/>
          <p:cNvGrpSpPr/>
          <p:nvPr/>
        </p:nvGrpSpPr>
        <p:grpSpPr>
          <a:xfrm>
            <a:off x="717550" y="1342267"/>
            <a:ext cx="2795654" cy="3338579"/>
            <a:chOff x="0" y="0"/>
            <a:chExt cx="2795652" cy="3338578"/>
          </a:xfrm>
        </p:grpSpPr>
        <p:pic>
          <p:nvPicPr>
            <p:cNvPr id="201" name="object 20" descr="object 20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2795654" cy="33385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02" name="object 21"/>
            <p:cNvSpPr/>
            <p:nvPr/>
          </p:nvSpPr>
          <p:spPr>
            <a:xfrm>
              <a:off x="147700" y="157290"/>
              <a:ext cx="2562229" cy="3038414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03" name="object 22"/>
            <p:cNvSpPr/>
            <p:nvPr/>
          </p:nvSpPr>
          <p:spPr>
            <a:xfrm>
              <a:off x="147700" y="90551"/>
              <a:ext cx="2562229" cy="3105153"/>
            </a:xfrm>
            <a:prstGeom prst="rect">
              <a:avLst/>
            </a:prstGeom>
            <a:noFill/>
            <a:ln w="12700" cap="flat">
              <a:solidFill>
                <a:srgbClr val="E4E7EB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04" name="object 23"/>
            <p:cNvSpPr/>
            <p:nvPr/>
          </p:nvSpPr>
          <p:spPr>
            <a:xfrm>
              <a:off x="147700" y="90615"/>
              <a:ext cx="2562229" cy="66677"/>
            </a:xfrm>
            <a:prstGeom prst="rect">
              <a:avLst/>
            </a:pr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05" name="object 24"/>
            <p:cNvSpPr/>
            <p:nvPr/>
          </p:nvSpPr>
          <p:spPr>
            <a:xfrm>
              <a:off x="147700" y="90615"/>
              <a:ext cx="2562229" cy="66677"/>
            </a:xfrm>
            <a:prstGeom prst="rect">
              <a:avLst/>
            </a:pr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06" name="object 25"/>
            <p:cNvSpPr/>
            <p:nvPr/>
          </p:nvSpPr>
          <p:spPr>
            <a:xfrm>
              <a:off x="1062099" y="204915"/>
              <a:ext cx="733427" cy="7334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98" y="0"/>
                  </a:moveTo>
                  <a:lnTo>
                    <a:pt x="9443" y="84"/>
                  </a:lnTo>
                  <a:lnTo>
                    <a:pt x="8139" y="330"/>
                  </a:lnTo>
                  <a:lnTo>
                    <a:pt x="6895" y="727"/>
                  </a:lnTo>
                  <a:lnTo>
                    <a:pt x="5721" y="1265"/>
                  </a:lnTo>
                  <a:lnTo>
                    <a:pt x="4628" y="1934"/>
                  </a:lnTo>
                  <a:lnTo>
                    <a:pt x="3626" y="2724"/>
                  </a:lnTo>
                  <a:lnTo>
                    <a:pt x="2724" y="3626"/>
                  </a:lnTo>
                  <a:lnTo>
                    <a:pt x="1934" y="4628"/>
                  </a:lnTo>
                  <a:lnTo>
                    <a:pt x="1265" y="5721"/>
                  </a:lnTo>
                  <a:lnTo>
                    <a:pt x="727" y="6895"/>
                  </a:lnTo>
                  <a:lnTo>
                    <a:pt x="330" y="8139"/>
                  </a:lnTo>
                  <a:lnTo>
                    <a:pt x="84" y="9443"/>
                  </a:lnTo>
                  <a:lnTo>
                    <a:pt x="0" y="10798"/>
                  </a:lnTo>
                  <a:lnTo>
                    <a:pt x="84" y="12153"/>
                  </a:lnTo>
                  <a:lnTo>
                    <a:pt x="330" y="13458"/>
                  </a:lnTo>
                  <a:lnTo>
                    <a:pt x="727" y="14702"/>
                  </a:lnTo>
                  <a:lnTo>
                    <a:pt x="1265" y="15876"/>
                  </a:lnTo>
                  <a:lnTo>
                    <a:pt x="1934" y="16969"/>
                  </a:lnTo>
                  <a:lnTo>
                    <a:pt x="2724" y="17972"/>
                  </a:lnTo>
                  <a:lnTo>
                    <a:pt x="3626" y="18874"/>
                  </a:lnTo>
                  <a:lnTo>
                    <a:pt x="4628" y="19665"/>
                  </a:lnTo>
                  <a:lnTo>
                    <a:pt x="5721" y="20334"/>
                  </a:lnTo>
                  <a:lnTo>
                    <a:pt x="6895" y="20873"/>
                  </a:lnTo>
                  <a:lnTo>
                    <a:pt x="8139" y="21270"/>
                  </a:lnTo>
                  <a:lnTo>
                    <a:pt x="9443" y="21516"/>
                  </a:lnTo>
                  <a:lnTo>
                    <a:pt x="10798" y="21600"/>
                  </a:lnTo>
                  <a:lnTo>
                    <a:pt x="12153" y="21516"/>
                  </a:lnTo>
                  <a:lnTo>
                    <a:pt x="13458" y="21270"/>
                  </a:lnTo>
                  <a:lnTo>
                    <a:pt x="14702" y="20873"/>
                  </a:lnTo>
                  <a:lnTo>
                    <a:pt x="15876" y="20334"/>
                  </a:lnTo>
                  <a:lnTo>
                    <a:pt x="16969" y="19665"/>
                  </a:lnTo>
                  <a:lnTo>
                    <a:pt x="17972" y="18874"/>
                  </a:lnTo>
                  <a:lnTo>
                    <a:pt x="18874" y="17972"/>
                  </a:lnTo>
                  <a:lnTo>
                    <a:pt x="19665" y="16969"/>
                  </a:lnTo>
                  <a:lnTo>
                    <a:pt x="20334" y="15876"/>
                  </a:lnTo>
                  <a:lnTo>
                    <a:pt x="20873" y="14702"/>
                  </a:lnTo>
                  <a:lnTo>
                    <a:pt x="21270" y="13458"/>
                  </a:lnTo>
                  <a:lnTo>
                    <a:pt x="21516" y="12153"/>
                  </a:lnTo>
                  <a:lnTo>
                    <a:pt x="21600" y="10798"/>
                  </a:lnTo>
                  <a:lnTo>
                    <a:pt x="21516" y="9443"/>
                  </a:lnTo>
                  <a:lnTo>
                    <a:pt x="21270" y="8139"/>
                  </a:lnTo>
                  <a:lnTo>
                    <a:pt x="20873" y="6895"/>
                  </a:lnTo>
                  <a:lnTo>
                    <a:pt x="20334" y="5721"/>
                  </a:lnTo>
                  <a:lnTo>
                    <a:pt x="19665" y="4628"/>
                  </a:lnTo>
                  <a:lnTo>
                    <a:pt x="18874" y="3626"/>
                  </a:lnTo>
                  <a:lnTo>
                    <a:pt x="17972" y="2724"/>
                  </a:lnTo>
                  <a:lnTo>
                    <a:pt x="16969" y="1934"/>
                  </a:lnTo>
                  <a:lnTo>
                    <a:pt x="15876" y="1265"/>
                  </a:lnTo>
                  <a:lnTo>
                    <a:pt x="14702" y="727"/>
                  </a:lnTo>
                  <a:lnTo>
                    <a:pt x="13458" y="330"/>
                  </a:lnTo>
                  <a:lnTo>
                    <a:pt x="12153" y="84"/>
                  </a:lnTo>
                  <a:lnTo>
                    <a:pt x="10798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07" name="object 26"/>
            <p:cNvSpPr/>
            <p:nvPr/>
          </p:nvSpPr>
          <p:spPr>
            <a:xfrm>
              <a:off x="1062099" y="204915"/>
              <a:ext cx="733427" cy="7334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98"/>
                  </a:moveTo>
                  <a:lnTo>
                    <a:pt x="84" y="9443"/>
                  </a:lnTo>
                  <a:lnTo>
                    <a:pt x="330" y="8139"/>
                  </a:lnTo>
                  <a:lnTo>
                    <a:pt x="727" y="6895"/>
                  </a:lnTo>
                  <a:lnTo>
                    <a:pt x="1265" y="5721"/>
                  </a:lnTo>
                  <a:lnTo>
                    <a:pt x="1934" y="4628"/>
                  </a:lnTo>
                  <a:lnTo>
                    <a:pt x="2724" y="3626"/>
                  </a:lnTo>
                  <a:lnTo>
                    <a:pt x="3626" y="2724"/>
                  </a:lnTo>
                  <a:lnTo>
                    <a:pt x="4628" y="1934"/>
                  </a:lnTo>
                  <a:lnTo>
                    <a:pt x="5721" y="1265"/>
                  </a:lnTo>
                  <a:lnTo>
                    <a:pt x="6895" y="727"/>
                  </a:lnTo>
                  <a:lnTo>
                    <a:pt x="8139" y="330"/>
                  </a:lnTo>
                  <a:lnTo>
                    <a:pt x="9443" y="84"/>
                  </a:lnTo>
                  <a:lnTo>
                    <a:pt x="10798" y="0"/>
                  </a:lnTo>
                  <a:lnTo>
                    <a:pt x="12153" y="84"/>
                  </a:lnTo>
                  <a:lnTo>
                    <a:pt x="13458" y="330"/>
                  </a:lnTo>
                  <a:lnTo>
                    <a:pt x="14702" y="727"/>
                  </a:lnTo>
                  <a:lnTo>
                    <a:pt x="15876" y="1265"/>
                  </a:lnTo>
                  <a:lnTo>
                    <a:pt x="16969" y="1934"/>
                  </a:lnTo>
                  <a:lnTo>
                    <a:pt x="17972" y="2724"/>
                  </a:lnTo>
                  <a:lnTo>
                    <a:pt x="18874" y="3626"/>
                  </a:lnTo>
                  <a:lnTo>
                    <a:pt x="19665" y="4628"/>
                  </a:lnTo>
                  <a:lnTo>
                    <a:pt x="20334" y="5721"/>
                  </a:lnTo>
                  <a:lnTo>
                    <a:pt x="20873" y="6895"/>
                  </a:lnTo>
                  <a:lnTo>
                    <a:pt x="21270" y="8139"/>
                  </a:lnTo>
                  <a:lnTo>
                    <a:pt x="21516" y="9443"/>
                  </a:lnTo>
                  <a:lnTo>
                    <a:pt x="21600" y="10798"/>
                  </a:lnTo>
                  <a:lnTo>
                    <a:pt x="21516" y="12153"/>
                  </a:lnTo>
                  <a:lnTo>
                    <a:pt x="21270" y="13458"/>
                  </a:lnTo>
                  <a:lnTo>
                    <a:pt x="20873" y="14702"/>
                  </a:lnTo>
                  <a:lnTo>
                    <a:pt x="20334" y="15876"/>
                  </a:lnTo>
                  <a:lnTo>
                    <a:pt x="19665" y="16969"/>
                  </a:lnTo>
                  <a:lnTo>
                    <a:pt x="18874" y="17972"/>
                  </a:lnTo>
                  <a:lnTo>
                    <a:pt x="17972" y="18874"/>
                  </a:lnTo>
                  <a:lnTo>
                    <a:pt x="16969" y="19665"/>
                  </a:lnTo>
                  <a:lnTo>
                    <a:pt x="15876" y="20334"/>
                  </a:lnTo>
                  <a:lnTo>
                    <a:pt x="14702" y="20873"/>
                  </a:lnTo>
                  <a:lnTo>
                    <a:pt x="13458" y="21270"/>
                  </a:lnTo>
                  <a:lnTo>
                    <a:pt x="12153" y="21516"/>
                  </a:lnTo>
                  <a:lnTo>
                    <a:pt x="10798" y="21600"/>
                  </a:lnTo>
                  <a:lnTo>
                    <a:pt x="9443" y="21516"/>
                  </a:lnTo>
                  <a:lnTo>
                    <a:pt x="8139" y="21270"/>
                  </a:lnTo>
                  <a:lnTo>
                    <a:pt x="6895" y="20873"/>
                  </a:lnTo>
                  <a:lnTo>
                    <a:pt x="5721" y="20334"/>
                  </a:lnTo>
                  <a:lnTo>
                    <a:pt x="4628" y="19665"/>
                  </a:lnTo>
                  <a:lnTo>
                    <a:pt x="3626" y="18874"/>
                  </a:lnTo>
                  <a:lnTo>
                    <a:pt x="2724" y="17972"/>
                  </a:lnTo>
                  <a:lnTo>
                    <a:pt x="1934" y="16969"/>
                  </a:lnTo>
                  <a:lnTo>
                    <a:pt x="1265" y="15876"/>
                  </a:lnTo>
                  <a:lnTo>
                    <a:pt x="727" y="14702"/>
                  </a:lnTo>
                  <a:lnTo>
                    <a:pt x="330" y="13458"/>
                  </a:lnTo>
                  <a:lnTo>
                    <a:pt x="84" y="12153"/>
                  </a:lnTo>
                  <a:lnTo>
                    <a:pt x="0" y="10798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09" name="object 30"/>
          <p:cNvSpPr txBox="1"/>
          <p:nvPr/>
        </p:nvSpPr>
        <p:spPr>
          <a:xfrm>
            <a:off x="1128465" y="2212280"/>
            <a:ext cx="2111870" cy="21176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"/>
              </a:spcBef>
              <a:defRPr sz="2100">
                <a:latin typeface="Cambria"/>
                <a:ea typeface="Cambria"/>
                <a:cs typeface="Cambria"/>
                <a:sym typeface="Cambria"/>
              </a:defRPr>
            </a:pPr>
          </a:p>
          <a:p>
            <a:pPr algn="ctr">
              <a:defRPr b="1" sz="1200">
                <a:solidFill>
                  <a:srgbClr val="2C6A4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Air</a:t>
            </a:r>
            <a:r>
              <a:rPr spc="-40"/>
              <a:t> </a:t>
            </a:r>
            <a:r>
              <a:t>Quality</a:t>
            </a:r>
            <a:r>
              <a:rPr spc="-25"/>
              <a:t> </a:t>
            </a:r>
            <a:r>
              <a:rPr spc="-10"/>
              <a:t>Sensors</a:t>
            </a:r>
          </a:p>
          <a:p>
            <a:pPr>
              <a:spcBef>
                <a:spcPts val="200"/>
              </a:spcBef>
              <a:defRPr sz="12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L="200000" indent="-200000">
              <a:buClr>
                <a:srgbClr val="1B4331"/>
              </a:buClr>
              <a:buSzPct val="100000"/>
              <a:buFont typeface="Arial"/>
              <a:buChar char="•"/>
              <a:defRPr sz="14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Tiny</a:t>
            </a:r>
            <a:r>
              <a:rPr spc="-40"/>
              <a:t> </a:t>
            </a:r>
            <a:r>
              <a:t>particles</a:t>
            </a:r>
            <a:r>
              <a:rPr spc="-25"/>
              <a:t> </a:t>
            </a:r>
            <a:r>
              <a:t>you</a:t>
            </a:r>
            <a:r>
              <a:rPr spc="-65"/>
              <a:t> </a:t>
            </a:r>
            <a:r>
              <a:t>breathe</a:t>
            </a:r>
            <a:r>
              <a:rPr spc="-25"/>
              <a:t> in</a:t>
            </a:r>
          </a:p>
          <a:p>
            <a:pPr marL="200000" marR="317500" indent="-200000">
              <a:lnSpc>
                <a:spcPct val="102800"/>
              </a:lnSpc>
              <a:spcBef>
                <a:spcPts val="1100"/>
              </a:spcBef>
              <a:buClr>
                <a:srgbClr val="1B4331"/>
              </a:buClr>
              <a:buSzPct val="100000"/>
              <a:buFont typeface="Arial"/>
              <a:buChar char="•"/>
              <a:defRPr sz="14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Exhaust</a:t>
            </a:r>
            <a:r>
              <a:rPr spc="-15"/>
              <a:t> </a:t>
            </a:r>
            <a:r>
              <a:rPr spc="-10"/>
              <a:t>and</a:t>
            </a:r>
            <a:r>
              <a:rPr spc="-50"/>
              <a:t> </a:t>
            </a:r>
            <a:r>
              <a:t>smoke</a:t>
            </a:r>
            <a:r>
              <a:rPr spc="-15"/>
              <a:t> </a:t>
            </a:r>
            <a:r>
              <a:t>in</a:t>
            </a:r>
            <a:r>
              <a:rPr spc="-50"/>
              <a:t> </a:t>
            </a:r>
            <a:r>
              <a:rPr spc="-25"/>
              <a:t>the air</a:t>
            </a:r>
          </a:p>
          <a:p>
            <a:pPr marL="200000" indent="-200000">
              <a:spcBef>
                <a:spcPts val="1100"/>
              </a:spcBef>
              <a:buClr>
                <a:srgbClr val="1B4331"/>
              </a:buClr>
              <a:buSzPct val="100000"/>
              <a:buFont typeface="Arial"/>
              <a:buChar char="•"/>
              <a:defRPr spc="-20" sz="14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Temperature</a:t>
            </a:r>
            <a:r>
              <a:rPr spc="25"/>
              <a:t> </a:t>
            </a:r>
            <a:r>
              <a:rPr spc="0"/>
              <a:t>and</a:t>
            </a:r>
            <a:r>
              <a:rPr spc="-15"/>
              <a:t> </a:t>
            </a:r>
            <a:r>
              <a:rPr spc="-10"/>
              <a:t>humidity</a:t>
            </a:r>
          </a:p>
        </p:txBody>
      </p:sp>
      <p:sp>
        <p:nvSpPr>
          <p:cNvPr id="210" name="24"/>
          <p:cNvSpPr txBox="1"/>
          <p:nvPr/>
        </p:nvSpPr>
        <p:spPr>
          <a:xfrm>
            <a:off x="1973898" y="1705201"/>
            <a:ext cx="364489" cy="3976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>
            <a:lvl1pPr algn="ctr">
              <a:spcBef>
                <a:spcPts val="100"/>
              </a:spcBef>
              <a:defRPr spc="-25" sz="21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24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object 38"/>
          <p:cNvSpPr txBox="1"/>
          <p:nvPr/>
        </p:nvSpPr>
        <p:spPr>
          <a:xfrm>
            <a:off x="353376" y="4923240"/>
            <a:ext cx="13973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10" sz="900">
                <a:solidFill>
                  <a:srgbClr val="74C59D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commonsensesproject.org</a:t>
            </a:r>
          </a:p>
        </p:txBody>
      </p:sp>
      <p:sp>
        <p:nvSpPr>
          <p:cNvPr id="213" name="object 2"/>
          <p:cNvSpPr txBox="1"/>
          <p:nvPr/>
        </p:nvSpPr>
        <p:spPr>
          <a:xfrm>
            <a:off x="4761" y="4824"/>
            <a:ext cx="638178" cy="169565"/>
          </a:xfrm>
          <a:prstGeom prst="rect">
            <a:avLst/>
          </a:prstGeom>
          <a:ln w="12700">
            <a:solidFill>
              <a:srgbClr val="1B433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100"/>
              </a:spcBef>
              <a:defRPr b="1" spc="-25" sz="1200">
                <a:solidFill>
                  <a:srgbClr val="E9A84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214" name="object 3"/>
          <p:cNvSpPr txBox="1"/>
          <p:nvPr>
            <p:ph type="title"/>
          </p:nvPr>
        </p:nvSpPr>
        <p:spPr>
          <a:xfrm>
            <a:off x="811211" y="205992"/>
            <a:ext cx="6207128" cy="483872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</a:pPr>
            <a:r>
              <a:t>Air</a:t>
            </a:r>
            <a:r>
              <a:rPr spc="-100"/>
              <a:t> </a:t>
            </a:r>
            <a:r>
              <a:t>quality:</a:t>
            </a:r>
            <a:r>
              <a:rPr spc="-100"/>
              <a:t> </a:t>
            </a:r>
            <a:r>
              <a:t>what</a:t>
            </a:r>
            <a:r>
              <a:rPr spc="-100"/>
              <a:t> </a:t>
            </a:r>
            <a:r>
              <a:t>the</a:t>
            </a:r>
            <a:r>
              <a:rPr spc="-100"/>
              <a:t> </a:t>
            </a:r>
            <a:r>
              <a:t>colors</a:t>
            </a:r>
            <a:r>
              <a:rPr spc="-100"/>
              <a:t> mean</a:t>
            </a:r>
          </a:p>
        </p:txBody>
      </p:sp>
      <p:grpSp>
        <p:nvGrpSpPr>
          <p:cNvPr id="217" name="object 4"/>
          <p:cNvGrpSpPr/>
          <p:nvPr/>
        </p:nvGrpSpPr>
        <p:grpSpPr>
          <a:xfrm>
            <a:off x="4762" y="4900612"/>
            <a:ext cx="9139239" cy="242890"/>
            <a:chOff x="0" y="0"/>
            <a:chExt cx="9139237" cy="242889"/>
          </a:xfrm>
        </p:grpSpPr>
        <p:sp>
          <p:nvSpPr>
            <p:cNvPr id="215" name="object 5"/>
            <p:cNvSpPr/>
            <p:nvPr/>
          </p:nvSpPr>
          <p:spPr>
            <a:xfrm>
              <a:off x="-1" y="0"/>
              <a:ext cx="9139239" cy="242890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16" name="object 6"/>
            <p:cNvSpPr/>
            <p:nvPr/>
          </p:nvSpPr>
          <p:spPr>
            <a:xfrm>
              <a:off x="-1" y="-1"/>
              <a:ext cx="9139239" cy="2428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18" name="object 7"/>
          <p:cNvSpPr txBox="1"/>
          <p:nvPr/>
        </p:nvSpPr>
        <p:spPr>
          <a:xfrm>
            <a:off x="536574" y="1002981"/>
            <a:ext cx="7549516" cy="4827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2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The</a:t>
            </a:r>
            <a:r>
              <a:rPr spc="20"/>
              <a:t> </a:t>
            </a:r>
            <a:r>
              <a:t>air</a:t>
            </a:r>
            <a:r>
              <a:rPr spc="65"/>
              <a:t> </a:t>
            </a:r>
            <a:r>
              <a:t>quality</a:t>
            </a:r>
            <a:r>
              <a:rPr spc="90"/>
              <a:t> </a:t>
            </a:r>
            <a:r>
              <a:t>sensors</a:t>
            </a:r>
            <a:r>
              <a:rPr spc="90"/>
              <a:t> </a:t>
            </a:r>
            <a:r>
              <a:t>measure</a:t>
            </a:r>
            <a:r>
              <a:rPr spc="25"/>
              <a:t> </a:t>
            </a:r>
            <a:r>
              <a:t>tiny</a:t>
            </a:r>
            <a:r>
              <a:rPr spc="90"/>
              <a:t> </a:t>
            </a:r>
            <a:r>
              <a:t>particles</a:t>
            </a:r>
            <a:r>
              <a:rPr spc="90"/>
              <a:t> </a:t>
            </a:r>
            <a:r>
              <a:t>in</a:t>
            </a:r>
            <a:r>
              <a:rPr spc="65"/>
              <a:t> </a:t>
            </a:r>
            <a:r>
              <a:t>the</a:t>
            </a:r>
            <a:r>
              <a:rPr spc="104"/>
              <a:t> </a:t>
            </a:r>
            <a:r>
              <a:t>air.</a:t>
            </a:r>
            <a:r>
              <a:rPr spc="35"/>
              <a:t> </a:t>
            </a:r>
            <a:r>
              <a:t>The</a:t>
            </a:r>
            <a:r>
              <a:rPr spc="25"/>
              <a:t> </a:t>
            </a:r>
            <a:r>
              <a:t>color</a:t>
            </a:r>
            <a:r>
              <a:rPr spc="70"/>
              <a:t> </a:t>
            </a:r>
            <a:r>
              <a:t>shows</a:t>
            </a:r>
            <a:r>
              <a:rPr spc="95"/>
              <a:t> </a:t>
            </a:r>
            <a:r>
              <a:t>how</a:t>
            </a:r>
            <a:r>
              <a:rPr spc="50"/>
              <a:t> </a:t>
            </a:r>
            <a:r>
              <a:t>safe</a:t>
            </a:r>
            <a:r>
              <a:rPr spc="104"/>
              <a:t> </a:t>
            </a:r>
            <a:r>
              <a:t>the</a:t>
            </a:r>
            <a:r>
              <a:rPr spc="104"/>
              <a:t> </a:t>
            </a:r>
            <a:r>
              <a:t>air</a:t>
            </a:r>
            <a:r>
              <a:rPr spc="65"/>
              <a:t> </a:t>
            </a:r>
            <a:r>
              <a:t>is</a:t>
            </a:r>
            <a:r>
              <a:rPr spc="95"/>
              <a:t> </a:t>
            </a:r>
            <a:r>
              <a:t>to</a:t>
            </a:r>
            <a:r>
              <a:rPr spc="65"/>
              <a:t> </a:t>
            </a:r>
            <a:r>
              <a:t>breathe</a:t>
            </a:r>
            <a:r>
              <a:rPr spc="20"/>
              <a:t> </a:t>
            </a:r>
            <a:r>
              <a:t>right</a:t>
            </a:r>
            <a:r>
              <a:rPr spc="90"/>
              <a:t> </a:t>
            </a:r>
            <a:r>
              <a:rPr spc="-20"/>
              <a:t>now.</a:t>
            </a:r>
          </a:p>
          <a:p>
            <a:pPr indent="12700">
              <a:spcBef>
                <a:spcPts val="1400"/>
              </a:spcBef>
              <a:defRPr i="1" sz="900">
                <a:solidFill>
                  <a:srgbClr val="9CA2A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EPA</a:t>
            </a:r>
            <a:r>
              <a:rPr spc="114"/>
              <a:t> </a:t>
            </a:r>
            <a:r>
              <a:t>Guidelines</a:t>
            </a:r>
            <a:r>
              <a:rPr spc="69"/>
              <a:t> </a:t>
            </a:r>
            <a:r>
              <a:t>for</a:t>
            </a:r>
            <a:r>
              <a:rPr spc="25"/>
              <a:t> </a:t>
            </a:r>
            <a:r>
              <a:t>PM</a:t>
            </a:r>
            <a:r>
              <a:rPr spc="60"/>
              <a:t> </a:t>
            </a:r>
            <a:r>
              <a:t>exposure</a:t>
            </a:r>
            <a:r>
              <a:rPr spc="50"/>
              <a:t> </a:t>
            </a:r>
            <a:r>
              <a:t>over</a:t>
            </a:r>
            <a:r>
              <a:rPr spc="130"/>
              <a:t> </a:t>
            </a:r>
            <a:r>
              <a:t>24</a:t>
            </a:r>
            <a:r>
              <a:rPr spc="110"/>
              <a:t> </a:t>
            </a:r>
            <a:r>
              <a:rPr spc="-20"/>
              <a:t>hours</a:t>
            </a:r>
          </a:p>
        </p:txBody>
      </p:sp>
      <p:grpSp>
        <p:nvGrpSpPr>
          <p:cNvPr id="221" name="object 8"/>
          <p:cNvGrpSpPr/>
          <p:nvPr/>
        </p:nvGrpSpPr>
        <p:grpSpPr>
          <a:xfrm>
            <a:off x="461962" y="1671701"/>
            <a:ext cx="1371601" cy="419102"/>
            <a:chOff x="0" y="0"/>
            <a:chExt cx="1371600" cy="419100"/>
          </a:xfrm>
        </p:grpSpPr>
        <p:sp>
          <p:nvSpPr>
            <p:cNvPr id="219" name="object 9"/>
            <p:cNvSpPr/>
            <p:nvPr/>
          </p:nvSpPr>
          <p:spPr>
            <a:xfrm>
              <a:off x="0" y="0"/>
              <a:ext cx="1371601" cy="419101"/>
            </a:xfrm>
            <a:prstGeom prst="rect">
              <a:avLst/>
            </a:prstGeom>
            <a:solidFill>
              <a:srgbClr val="2DCC4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20" name="object 10"/>
            <p:cNvSpPr/>
            <p:nvPr/>
          </p:nvSpPr>
          <p:spPr>
            <a:xfrm>
              <a:off x="0" y="0"/>
              <a:ext cx="1371601" cy="419101"/>
            </a:xfrm>
            <a:prstGeom prst="rect">
              <a:avLst/>
            </a:prstGeom>
            <a:noFill/>
            <a:ln w="12700" cap="flat">
              <a:solidFill>
                <a:srgbClr val="2DCC4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22" name="object 11"/>
          <p:cNvSpPr txBox="1"/>
          <p:nvPr/>
        </p:nvSpPr>
        <p:spPr>
          <a:xfrm>
            <a:off x="2001266" y="1781492"/>
            <a:ext cx="398147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b="1" spc="-20" sz="1200">
                <a:solidFill>
                  <a:srgbClr val="27AD5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Good</a:t>
            </a:r>
          </a:p>
        </p:txBody>
      </p:sp>
      <p:grpSp>
        <p:nvGrpSpPr>
          <p:cNvPr id="225" name="object 13"/>
          <p:cNvGrpSpPr/>
          <p:nvPr/>
        </p:nvGrpSpPr>
        <p:grpSpPr>
          <a:xfrm>
            <a:off x="461962" y="2176526"/>
            <a:ext cx="1371601" cy="419102"/>
            <a:chOff x="0" y="0"/>
            <a:chExt cx="1371600" cy="419100"/>
          </a:xfrm>
        </p:grpSpPr>
        <p:sp>
          <p:nvSpPr>
            <p:cNvPr id="223" name="object 14"/>
            <p:cNvSpPr/>
            <p:nvPr/>
          </p:nvSpPr>
          <p:spPr>
            <a:xfrm>
              <a:off x="0" y="0"/>
              <a:ext cx="1371601" cy="419101"/>
            </a:xfrm>
            <a:prstGeom prst="rect">
              <a:avLst/>
            </a:prstGeom>
            <a:solidFill>
              <a:srgbClr val="F4D03E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24" name="object 15"/>
            <p:cNvSpPr/>
            <p:nvPr/>
          </p:nvSpPr>
          <p:spPr>
            <a:xfrm>
              <a:off x="0" y="0"/>
              <a:ext cx="1371601" cy="419101"/>
            </a:xfrm>
            <a:prstGeom prst="rect">
              <a:avLst/>
            </a:prstGeom>
            <a:noFill/>
            <a:ln w="12700" cap="flat">
              <a:solidFill>
                <a:srgbClr val="F4D03E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26" name="object 16"/>
          <p:cNvSpPr txBox="1"/>
          <p:nvPr/>
        </p:nvSpPr>
        <p:spPr>
          <a:xfrm>
            <a:off x="2001266" y="2292667"/>
            <a:ext cx="69723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b="1" spc="-10" sz="1200">
                <a:solidFill>
                  <a:srgbClr val="B7770D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Moderate</a:t>
            </a:r>
          </a:p>
        </p:txBody>
      </p:sp>
      <p:grpSp>
        <p:nvGrpSpPr>
          <p:cNvPr id="229" name="object 18"/>
          <p:cNvGrpSpPr/>
          <p:nvPr/>
        </p:nvGrpSpPr>
        <p:grpSpPr>
          <a:xfrm>
            <a:off x="461962" y="2690876"/>
            <a:ext cx="1371601" cy="419102"/>
            <a:chOff x="0" y="0"/>
            <a:chExt cx="1371600" cy="419100"/>
          </a:xfrm>
        </p:grpSpPr>
        <p:sp>
          <p:nvSpPr>
            <p:cNvPr id="227" name="object 19"/>
            <p:cNvSpPr/>
            <p:nvPr/>
          </p:nvSpPr>
          <p:spPr>
            <a:xfrm>
              <a:off x="0" y="0"/>
              <a:ext cx="1371601" cy="419101"/>
            </a:xfrm>
            <a:prstGeom prst="rect">
              <a:avLst/>
            </a:prstGeom>
            <a:solidFill>
              <a:srgbClr val="E67D2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28" name="object 20"/>
            <p:cNvSpPr/>
            <p:nvPr/>
          </p:nvSpPr>
          <p:spPr>
            <a:xfrm>
              <a:off x="0" y="0"/>
              <a:ext cx="1371601" cy="419101"/>
            </a:xfrm>
            <a:prstGeom prst="rect">
              <a:avLst/>
            </a:prstGeom>
            <a:noFill/>
            <a:ln w="12700" cap="flat">
              <a:solidFill>
                <a:srgbClr val="E67D2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30" name="object 21"/>
          <p:cNvSpPr txBox="1"/>
          <p:nvPr/>
        </p:nvSpPr>
        <p:spPr>
          <a:xfrm>
            <a:off x="2001266" y="2803842"/>
            <a:ext cx="139192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b="1" sz="1200">
                <a:solidFill>
                  <a:srgbClr val="C96E1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Unhealthy</a:t>
            </a:r>
            <a:r>
              <a:rPr spc="70"/>
              <a:t> </a:t>
            </a:r>
            <a:r>
              <a:t>for</a:t>
            </a:r>
            <a:r>
              <a:rPr spc="70"/>
              <a:t> </a:t>
            </a:r>
            <a:r>
              <a:rPr spc="-20"/>
              <a:t>Some</a:t>
            </a:r>
          </a:p>
        </p:txBody>
      </p:sp>
      <p:grpSp>
        <p:nvGrpSpPr>
          <p:cNvPr id="233" name="object 23"/>
          <p:cNvGrpSpPr/>
          <p:nvPr/>
        </p:nvGrpSpPr>
        <p:grpSpPr>
          <a:xfrm>
            <a:off x="461962" y="3195701"/>
            <a:ext cx="1371601" cy="428627"/>
            <a:chOff x="0" y="0"/>
            <a:chExt cx="1371600" cy="428625"/>
          </a:xfrm>
        </p:grpSpPr>
        <p:sp>
          <p:nvSpPr>
            <p:cNvPr id="231" name="object 24"/>
            <p:cNvSpPr/>
            <p:nvPr/>
          </p:nvSpPr>
          <p:spPr>
            <a:xfrm>
              <a:off x="0" y="0"/>
              <a:ext cx="1371601" cy="428626"/>
            </a:xfrm>
            <a:prstGeom prst="rect">
              <a:avLst/>
            </a:prstGeom>
            <a:solidFill>
              <a:srgbClr val="E74B3B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32" name="object 25"/>
            <p:cNvSpPr/>
            <p:nvPr/>
          </p:nvSpPr>
          <p:spPr>
            <a:xfrm>
              <a:off x="0" y="0"/>
              <a:ext cx="1371601" cy="428626"/>
            </a:xfrm>
            <a:prstGeom prst="rect">
              <a:avLst/>
            </a:prstGeom>
            <a:noFill/>
            <a:ln w="12700" cap="flat">
              <a:solidFill>
                <a:srgbClr val="E74B3B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34" name="object 26"/>
          <p:cNvSpPr txBox="1"/>
          <p:nvPr/>
        </p:nvSpPr>
        <p:spPr>
          <a:xfrm>
            <a:off x="2001266" y="3315017"/>
            <a:ext cx="739777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b="1" spc="-10" sz="1200">
                <a:solidFill>
                  <a:srgbClr val="CA4335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Unhealthy</a:t>
            </a:r>
          </a:p>
        </p:txBody>
      </p:sp>
      <p:grpSp>
        <p:nvGrpSpPr>
          <p:cNvPr id="237" name="object 28"/>
          <p:cNvGrpSpPr/>
          <p:nvPr/>
        </p:nvGrpSpPr>
        <p:grpSpPr>
          <a:xfrm>
            <a:off x="461962" y="3709987"/>
            <a:ext cx="1371601" cy="419102"/>
            <a:chOff x="0" y="0"/>
            <a:chExt cx="1371600" cy="419100"/>
          </a:xfrm>
        </p:grpSpPr>
        <p:sp>
          <p:nvSpPr>
            <p:cNvPr id="235" name="object 29"/>
            <p:cNvSpPr/>
            <p:nvPr/>
          </p:nvSpPr>
          <p:spPr>
            <a:xfrm>
              <a:off x="0" y="0"/>
              <a:ext cx="1371601" cy="419101"/>
            </a:xfrm>
            <a:prstGeom prst="rect">
              <a:avLst/>
            </a:prstGeom>
            <a:solidFill>
              <a:srgbClr val="8E44AC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36" name="object 30"/>
            <p:cNvSpPr/>
            <p:nvPr/>
          </p:nvSpPr>
          <p:spPr>
            <a:xfrm>
              <a:off x="0" y="0"/>
              <a:ext cx="1371601" cy="419101"/>
            </a:xfrm>
            <a:prstGeom prst="rect">
              <a:avLst/>
            </a:prstGeom>
            <a:noFill/>
            <a:ln w="12700" cap="flat">
              <a:solidFill>
                <a:srgbClr val="8E44A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38" name="object 31"/>
          <p:cNvSpPr txBox="1"/>
          <p:nvPr/>
        </p:nvSpPr>
        <p:spPr>
          <a:xfrm>
            <a:off x="2001266" y="3826192"/>
            <a:ext cx="1082676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b="1" sz="1200">
                <a:solidFill>
                  <a:srgbClr val="7C3B97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Very</a:t>
            </a:r>
            <a:r>
              <a:rPr spc="-5"/>
              <a:t> </a:t>
            </a:r>
            <a:r>
              <a:rPr spc="-10"/>
              <a:t>Unhealthy</a:t>
            </a:r>
          </a:p>
        </p:txBody>
      </p:sp>
      <p:grpSp>
        <p:nvGrpSpPr>
          <p:cNvPr id="241" name="object 33"/>
          <p:cNvGrpSpPr/>
          <p:nvPr/>
        </p:nvGrpSpPr>
        <p:grpSpPr>
          <a:xfrm>
            <a:off x="461962" y="4224337"/>
            <a:ext cx="1371601" cy="419102"/>
            <a:chOff x="0" y="0"/>
            <a:chExt cx="1371600" cy="419100"/>
          </a:xfrm>
        </p:grpSpPr>
        <p:sp>
          <p:nvSpPr>
            <p:cNvPr id="239" name="object 34"/>
            <p:cNvSpPr/>
            <p:nvPr/>
          </p:nvSpPr>
          <p:spPr>
            <a:xfrm>
              <a:off x="0" y="0"/>
              <a:ext cx="1371601" cy="419101"/>
            </a:xfrm>
            <a:prstGeom prst="rect">
              <a:avLst/>
            </a:prstGeom>
            <a:solidFill>
              <a:srgbClr val="7A231C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40" name="object 35"/>
            <p:cNvSpPr/>
            <p:nvPr/>
          </p:nvSpPr>
          <p:spPr>
            <a:xfrm>
              <a:off x="0" y="0"/>
              <a:ext cx="1371601" cy="419101"/>
            </a:xfrm>
            <a:prstGeom prst="rect">
              <a:avLst/>
            </a:prstGeom>
            <a:noFill/>
            <a:ln w="12700" cap="flat">
              <a:solidFill>
                <a:srgbClr val="7A231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42" name="object 36"/>
          <p:cNvSpPr txBox="1"/>
          <p:nvPr/>
        </p:nvSpPr>
        <p:spPr>
          <a:xfrm>
            <a:off x="2001266" y="4337367"/>
            <a:ext cx="74676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b="1" spc="-10" sz="1200">
                <a:solidFill>
                  <a:srgbClr val="6D2C0D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Hazardous</a:t>
            </a:r>
          </a:p>
        </p:txBody>
      </p:sp>
      <p:sp>
        <p:nvSpPr>
          <p:cNvPr id="243" name="object 12"/>
          <p:cNvSpPr txBox="1"/>
          <p:nvPr/>
        </p:nvSpPr>
        <p:spPr>
          <a:xfrm>
            <a:off x="4214876" y="1630426"/>
            <a:ext cx="4476752" cy="477169"/>
          </a:xfrm>
          <a:prstGeom prst="rect">
            <a:avLst/>
          </a:prstGeom>
          <a:solidFill>
            <a:srgbClr val="F3F4F6"/>
          </a:solidFill>
          <a:ln w="12700">
            <a:solidFill>
              <a:srgbClr val="E4E7EB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indent="105410">
              <a:defRPr sz="11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  <a:p>
            <a:pPr indent="105410" algn="ctr">
              <a:defRPr sz="11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Feels</a:t>
            </a:r>
            <a:r>
              <a:rPr spc="-30"/>
              <a:t> </a:t>
            </a:r>
            <a:r>
              <a:t>fine</a:t>
            </a:r>
            <a:r>
              <a:rPr spc="9"/>
              <a:t> </a:t>
            </a:r>
            <a:r>
              <a:t>outside.</a:t>
            </a:r>
            <a:r>
              <a:rPr spc="-15"/>
              <a:t> </a:t>
            </a:r>
            <a:r>
              <a:t>No</a:t>
            </a:r>
            <a:r>
              <a:rPr spc="-30"/>
              <a:t> </a:t>
            </a:r>
            <a:r>
              <a:rPr spc="-9"/>
              <a:t>special</a:t>
            </a:r>
            <a:r>
              <a:rPr spc="-60"/>
              <a:t> </a:t>
            </a:r>
            <a:r>
              <a:t>air</a:t>
            </a:r>
            <a:r>
              <a:rPr spc="39"/>
              <a:t> </a:t>
            </a:r>
            <a:r>
              <a:t>concerns</a:t>
            </a:r>
            <a:r>
              <a:rPr spc="-30"/>
              <a:t> </a:t>
            </a:r>
            <a:r>
              <a:rPr spc="-9"/>
              <a:t>today.</a:t>
            </a:r>
            <a:endParaRPr spc="-9"/>
          </a:p>
        </p:txBody>
      </p:sp>
      <p:sp>
        <p:nvSpPr>
          <p:cNvPr id="244" name="object 17"/>
          <p:cNvSpPr txBox="1"/>
          <p:nvPr/>
        </p:nvSpPr>
        <p:spPr>
          <a:xfrm>
            <a:off x="4214876" y="2347976"/>
            <a:ext cx="4476752" cy="464468"/>
          </a:xfrm>
          <a:prstGeom prst="rect">
            <a:avLst/>
          </a:prstGeom>
          <a:solidFill>
            <a:srgbClr val="F3F4F6"/>
          </a:solidFill>
          <a:ln w="12700">
            <a:solidFill>
              <a:srgbClr val="E4E7EB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105410" algn="ctr">
              <a:defRPr sz="11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Mostly fine. People with asthma  or breathing issues should take it easy.</a:t>
            </a:r>
            <a:endParaRPr spc="-9"/>
          </a:p>
        </p:txBody>
      </p:sp>
      <p:sp>
        <p:nvSpPr>
          <p:cNvPr id="245" name="object 22"/>
          <p:cNvSpPr txBox="1"/>
          <p:nvPr/>
        </p:nvSpPr>
        <p:spPr>
          <a:xfrm>
            <a:off x="4214876" y="2943017"/>
            <a:ext cx="4476752" cy="552866"/>
          </a:xfrm>
          <a:prstGeom prst="rect">
            <a:avLst/>
          </a:prstGeom>
          <a:solidFill>
            <a:srgbClr val="F3F4F6"/>
          </a:solidFill>
          <a:ln w="12700">
            <a:solidFill>
              <a:srgbClr val="E4E7EB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67970" indent="105410" algn="ctr">
              <a:lnSpc>
                <a:spcPts val="1200"/>
              </a:lnSpc>
              <a:spcBef>
                <a:spcPts val="700"/>
              </a:spcBef>
              <a:defRPr sz="110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R="267970" indent="105410" algn="ctr">
              <a:lnSpc>
                <a:spcPts val="1200"/>
              </a:lnSpc>
              <a:spcBef>
                <a:spcPts val="700"/>
              </a:spcBef>
              <a:defRPr sz="11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Elderly, kids, and those with asthma should limit time outside today.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object 27"/>
          <p:cNvSpPr txBox="1"/>
          <p:nvPr/>
        </p:nvSpPr>
        <p:spPr>
          <a:xfrm>
            <a:off x="4214876" y="3605212"/>
            <a:ext cx="4476752" cy="464468"/>
          </a:xfrm>
          <a:prstGeom prst="rect">
            <a:avLst/>
          </a:prstGeom>
          <a:solidFill>
            <a:srgbClr val="F3F4F6"/>
          </a:solidFill>
          <a:ln w="12700">
            <a:solidFill>
              <a:srgbClr val="E4E7EB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105410" algn="ctr">
              <a:defRPr sz="11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Everyone should reduce time spent outdoors. Keep windows closed.</a:t>
            </a:r>
            <a:endParaRPr spc="-19"/>
          </a:p>
        </p:txBody>
      </p:sp>
      <p:sp>
        <p:nvSpPr>
          <p:cNvPr id="247" name="object 32"/>
          <p:cNvSpPr txBox="1"/>
          <p:nvPr/>
        </p:nvSpPr>
        <p:spPr>
          <a:xfrm>
            <a:off x="4214876" y="4233862"/>
            <a:ext cx="4476752" cy="464468"/>
          </a:xfrm>
          <a:prstGeom prst="rect">
            <a:avLst/>
          </a:prstGeom>
          <a:solidFill>
            <a:srgbClr val="F3F4F6"/>
          </a:solidFill>
          <a:ln w="12700">
            <a:solidFill>
              <a:srgbClr val="E4E7EB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105410" algn="ctr">
              <a:defRPr sz="11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Stay inside if you can. Avoid going outside, especially kids and elders.</a:t>
            </a:r>
            <a:endParaRPr spc="-9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object 33"/>
          <p:cNvSpPr txBox="1"/>
          <p:nvPr/>
        </p:nvSpPr>
        <p:spPr>
          <a:xfrm>
            <a:off x="353376" y="4923240"/>
            <a:ext cx="13973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10" sz="900">
                <a:solidFill>
                  <a:srgbClr val="74C59D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commonsensesproject.org</a:t>
            </a:r>
          </a:p>
        </p:txBody>
      </p:sp>
      <p:sp>
        <p:nvSpPr>
          <p:cNvPr id="250" name="object 2"/>
          <p:cNvSpPr txBox="1"/>
          <p:nvPr/>
        </p:nvSpPr>
        <p:spPr>
          <a:xfrm>
            <a:off x="4761" y="4824"/>
            <a:ext cx="638178" cy="169565"/>
          </a:xfrm>
          <a:prstGeom prst="rect">
            <a:avLst/>
          </a:prstGeom>
          <a:ln w="12700">
            <a:solidFill>
              <a:srgbClr val="1B433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100"/>
              </a:spcBef>
              <a:defRPr b="1" spc="-25" sz="1200">
                <a:solidFill>
                  <a:srgbClr val="E9A84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05</a:t>
            </a:r>
          </a:p>
        </p:txBody>
      </p:sp>
      <p:sp>
        <p:nvSpPr>
          <p:cNvPr id="251" name="object 3"/>
          <p:cNvSpPr txBox="1"/>
          <p:nvPr>
            <p:ph type="title"/>
          </p:nvPr>
        </p:nvSpPr>
        <p:spPr>
          <a:xfrm>
            <a:off x="811211" y="205992"/>
            <a:ext cx="6207128" cy="483872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</a:pPr>
            <a:r>
              <a:t>Heat:</a:t>
            </a:r>
            <a:r>
              <a:rPr spc="-100"/>
              <a:t> </a:t>
            </a:r>
            <a:r>
              <a:t>what</a:t>
            </a:r>
            <a:r>
              <a:rPr spc="-100"/>
              <a:t> </a:t>
            </a:r>
            <a:r>
              <a:t>the</a:t>
            </a:r>
            <a:r>
              <a:rPr spc="-100"/>
              <a:t> </a:t>
            </a:r>
            <a:r>
              <a:t>colors</a:t>
            </a:r>
            <a:r>
              <a:rPr spc="-100"/>
              <a:t> mean</a:t>
            </a:r>
          </a:p>
        </p:txBody>
      </p:sp>
      <p:grpSp>
        <p:nvGrpSpPr>
          <p:cNvPr id="254" name="object 4"/>
          <p:cNvGrpSpPr/>
          <p:nvPr/>
        </p:nvGrpSpPr>
        <p:grpSpPr>
          <a:xfrm>
            <a:off x="4762" y="4900612"/>
            <a:ext cx="9139239" cy="242890"/>
            <a:chOff x="0" y="0"/>
            <a:chExt cx="9139237" cy="242889"/>
          </a:xfrm>
        </p:grpSpPr>
        <p:sp>
          <p:nvSpPr>
            <p:cNvPr id="252" name="object 5"/>
            <p:cNvSpPr/>
            <p:nvPr/>
          </p:nvSpPr>
          <p:spPr>
            <a:xfrm>
              <a:off x="-1" y="0"/>
              <a:ext cx="9139239" cy="242890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53" name="object 6"/>
            <p:cNvSpPr/>
            <p:nvPr/>
          </p:nvSpPr>
          <p:spPr>
            <a:xfrm>
              <a:off x="-1" y="-1"/>
              <a:ext cx="9139239" cy="2428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55" name="object 7"/>
          <p:cNvSpPr txBox="1"/>
          <p:nvPr/>
        </p:nvSpPr>
        <p:spPr>
          <a:xfrm>
            <a:off x="536575" y="912431"/>
            <a:ext cx="7792719" cy="6006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>
              <a:lnSpc>
                <a:spcPct val="105199"/>
              </a:lnSpc>
              <a:defRPr sz="12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Heat</a:t>
            </a:r>
            <a:r>
              <a:rPr spc="90"/>
              <a:t> </a:t>
            </a:r>
            <a:r>
              <a:t>sensors</a:t>
            </a:r>
            <a:r>
              <a:rPr spc="100"/>
              <a:t> </a:t>
            </a:r>
            <a:r>
              <a:t>measure</a:t>
            </a:r>
            <a:r>
              <a:rPr spc="110"/>
              <a:t> </a:t>
            </a:r>
            <a:r>
              <a:t>how</a:t>
            </a:r>
            <a:r>
              <a:rPr spc="140"/>
              <a:t> </a:t>
            </a:r>
            <a:r>
              <a:t>hot</a:t>
            </a:r>
            <a:r>
              <a:rPr spc="95"/>
              <a:t> </a:t>
            </a:r>
            <a:r>
              <a:t>it</a:t>
            </a:r>
            <a:r>
              <a:rPr spc="95"/>
              <a:t> </a:t>
            </a:r>
            <a:r>
              <a:t>actually</a:t>
            </a:r>
            <a:r>
              <a:rPr spc="5"/>
              <a:t> </a:t>
            </a:r>
            <a:r>
              <a:t>feels</a:t>
            </a:r>
            <a:r>
              <a:rPr spc="10"/>
              <a:t> </a:t>
            </a:r>
            <a:r>
              <a:t>on</a:t>
            </a:r>
            <a:r>
              <a:rPr spc="70"/>
              <a:t> </a:t>
            </a:r>
            <a:r>
              <a:t>your</a:t>
            </a:r>
            <a:r>
              <a:rPr spc="70"/>
              <a:t> </a:t>
            </a:r>
            <a:r>
              <a:t>body,</a:t>
            </a:r>
            <a:r>
              <a:rPr spc="45"/>
              <a:t> </a:t>
            </a:r>
            <a:r>
              <a:t>not</a:t>
            </a:r>
            <a:r>
              <a:rPr spc="5"/>
              <a:t> </a:t>
            </a:r>
            <a:r>
              <a:t>just</a:t>
            </a:r>
            <a:r>
              <a:rPr spc="90"/>
              <a:t> </a:t>
            </a:r>
            <a:r>
              <a:t>the</a:t>
            </a:r>
            <a:r>
              <a:rPr spc="114"/>
              <a:t> </a:t>
            </a:r>
            <a:r>
              <a:t>air</a:t>
            </a:r>
            <a:r>
              <a:rPr spc="65"/>
              <a:t> </a:t>
            </a:r>
            <a:r>
              <a:t>temperature.</a:t>
            </a:r>
            <a:r>
              <a:rPr spc="130"/>
              <a:t> </a:t>
            </a:r>
            <a:r>
              <a:t>On</a:t>
            </a:r>
            <a:r>
              <a:rPr spc="70"/>
              <a:t> </a:t>
            </a:r>
            <a:r>
              <a:t>humid</a:t>
            </a:r>
            <a:r>
              <a:rPr spc="70"/>
              <a:t> </a:t>
            </a:r>
            <a:r>
              <a:t>days</a:t>
            </a:r>
            <a:r>
              <a:rPr spc="10"/>
              <a:t> </a:t>
            </a:r>
            <a:r>
              <a:t>it</a:t>
            </a:r>
            <a:r>
              <a:rPr spc="95"/>
              <a:t> </a:t>
            </a:r>
            <a:r>
              <a:t>can</a:t>
            </a:r>
            <a:r>
              <a:rPr spc="70"/>
              <a:t> </a:t>
            </a:r>
            <a:r>
              <a:rPr spc="-20"/>
              <a:t>feel </a:t>
            </a:r>
            <a:r>
              <a:t>much</a:t>
            </a:r>
            <a:r>
              <a:rPr spc="165"/>
              <a:t> </a:t>
            </a:r>
            <a:r>
              <a:t>hotter</a:t>
            </a:r>
            <a:r>
              <a:rPr spc="75"/>
              <a:t> </a:t>
            </a:r>
            <a:r>
              <a:t>than</a:t>
            </a:r>
            <a:r>
              <a:rPr spc="75"/>
              <a:t> </a:t>
            </a:r>
            <a:r>
              <a:t>the</a:t>
            </a:r>
            <a:r>
              <a:rPr spc="120"/>
              <a:t> </a:t>
            </a:r>
            <a:r>
              <a:t>thermometer</a:t>
            </a:r>
            <a:r>
              <a:rPr spc="75"/>
              <a:t> </a:t>
            </a:r>
            <a:r>
              <a:rPr spc="-10"/>
              <a:t>reads.</a:t>
            </a:r>
          </a:p>
          <a:p>
            <a:pPr indent="12700">
              <a:spcBef>
                <a:spcPts val="700"/>
              </a:spcBef>
              <a:defRPr i="1" sz="900">
                <a:solidFill>
                  <a:srgbClr val="9CA2A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US</a:t>
            </a:r>
            <a:r>
              <a:rPr spc="114"/>
              <a:t> </a:t>
            </a:r>
            <a:r>
              <a:t>National</a:t>
            </a:r>
            <a:r>
              <a:rPr spc="104"/>
              <a:t> </a:t>
            </a:r>
            <a:r>
              <a:t>Weather</a:t>
            </a:r>
            <a:r>
              <a:rPr spc="50"/>
              <a:t> </a:t>
            </a:r>
            <a:r>
              <a:t>Service</a:t>
            </a:r>
            <a:r>
              <a:rPr spc="80"/>
              <a:t> </a:t>
            </a:r>
            <a:r>
              <a:t>Heat</a:t>
            </a:r>
            <a:r>
              <a:rPr spc="175"/>
              <a:t> </a:t>
            </a:r>
            <a:r>
              <a:t>Index</a:t>
            </a:r>
            <a:r>
              <a:rPr spc="139"/>
              <a:t> </a:t>
            </a:r>
            <a:r>
              <a:rPr spc="-10"/>
              <a:t>Classification</a:t>
            </a:r>
          </a:p>
        </p:txBody>
      </p:sp>
      <p:grpSp>
        <p:nvGrpSpPr>
          <p:cNvPr id="258" name="object 8"/>
          <p:cNvGrpSpPr/>
          <p:nvPr/>
        </p:nvGrpSpPr>
        <p:grpSpPr>
          <a:xfrm>
            <a:off x="457200" y="1714500"/>
            <a:ext cx="1371600" cy="495300"/>
            <a:chOff x="0" y="0"/>
            <a:chExt cx="1371600" cy="495300"/>
          </a:xfrm>
        </p:grpSpPr>
        <p:sp>
          <p:nvSpPr>
            <p:cNvPr id="256" name="object 9"/>
            <p:cNvSpPr/>
            <p:nvPr/>
          </p:nvSpPr>
          <p:spPr>
            <a:xfrm>
              <a:off x="0" y="0"/>
              <a:ext cx="1371600" cy="495300"/>
            </a:xfrm>
            <a:prstGeom prst="rect">
              <a:avLst/>
            </a:prstGeom>
            <a:solidFill>
              <a:srgbClr val="FDFDE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57" name="object 10"/>
            <p:cNvSpPr/>
            <p:nvPr/>
          </p:nvSpPr>
          <p:spPr>
            <a:xfrm>
              <a:off x="0" y="0"/>
              <a:ext cx="1371600" cy="495300"/>
            </a:xfrm>
            <a:prstGeom prst="rect">
              <a:avLst/>
            </a:prstGeom>
            <a:noFill/>
            <a:ln w="19050" cap="flat">
              <a:solidFill>
                <a:srgbClr val="C0392B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59" name="object 11"/>
          <p:cNvSpPr txBox="1"/>
          <p:nvPr/>
        </p:nvSpPr>
        <p:spPr>
          <a:xfrm>
            <a:off x="2001266" y="1795121"/>
            <a:ext cx="1520827" cy="343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400"/>
              </a:spcBef>
              <a:defRPr b="1" sz="1200">
                <a:solidFill>
                  <a:srgbClr val="54545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No</a:t>
            </a:r>
            <a:r>
              <a:rPr spc="60"/>
              <a:t> </a:t>
            </a:r>
            <a:r>
              <a:t>Heat</a:t>
            </a:r>
            <a:r>
              <a:rPr spc="80"/>
              <a:t> </a:t>
            </a:r>
            <a:r>
              <a:rPr spc="-10"/>
              <a:t>Classification</a:t>
            </a:r>
          </a:p>
          <a:p>
            <a:pPr indent="12700">
              <a:spcBef>
                <a:spcPts val="300"/>
              </a:spcBef>
              <a:defRPr sz="900">
                <a:solidFill>
                  <a:srgbClr val="9CA2A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Feels</a:t>
            </a:r>
            <a:r>
              <a:rPr spc="80"/>
              <a:t> </a:t>
            </a:r>
            <a:r>
              <a:t>like</a:t>
            </a:r>
            <a:r>
              <a:rPr spc="34"/>
              <a:t> </a:t>
            </a:r>
            <a:r>
              <a:t>Below</a:t>
            </a:r>
            <a:r>
              <a:rPr spc="165"/>
              <a:t> </a:t>
            </a:r>
            <a:r>
              <a:rPr spc="-20"/>
              <a:t>80°F</a:t>
            </a:r>
          </a:p>
        </p:txBody>
      </p:sp>
      <p:sp>
        <p:nvSpPr>
          <p:cNvPr id="260" name="object 12"/>
          <p:cNvSpPr txBox="1"/>
          <p:nvPr/>
        </p:nvSpPr>
        <p:spPr>
          <a:xfrm>
            <a:off x="4214876" y="1630426"/>
            <a:ext cx="4476752" cy="477169"/>
          </a:xfrm>
          <a:prstGeom prst="rect">
            <a:avLst/>
          </a:prstGeom>
          <a:solidFill>
            <a:srgbClr val="F3F4F6"/>
          </a:solidFill>
          <a:ln w="12700">
            <a:solidFill>
              <a:srgbClr val="E4E7EB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 indent="105410">
              <a:defRPr sz="11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  <a:p>
            <a:pPr indent="105410" algn="ctr">
              <a:defRPr sz="11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Feels</a:t>
            </a:r>
            <a:r>
              <a:rPr spc="-30"/>
              <a:t> </a:t>
            </a:r>
            <a:r>
              <a:t>fine</a:t>
            </a:r>
            <a:r>
              <a:rPr spc="9"/>
              <a:t> </a:t>
            </a:r>
            <a:r>
              <a:t>outside.</a:t>
            </a:r>
            <a:r>
              <a:rPr spc="-15"/>
              <a:t> </a:t>
            </a:r>
            <a:r>
              <a:t>No</a:t>
            </a:r>
            <a:r>
              <a:rPr spc="-30"/>
              <a:t> </a:t>
            </a:r>
            <a:r>
              <a:rPr spc="-9"/>
              <a:t>special</a:t>
            </a:r>
            <a:r>
              <a:rPr spc="-60"/>
              <a:t> </a:t>
            </a:r>
            <a:r>
              <a:t>heat</a:t>
            </a:r>
            <a:r>
              <a:rPr spc="39"/>
              <a:t> </a:t>
            </a:r>
            <a:r>
              <a:t>concern</a:t>
            </a:r>
            <a:r>
              <a:rPr spc="-30"/>
              <a:t> </a:t>
            </a:r>
            <a:r>
              <a:rPr spc="-9"/>
              <a:t>today</a:t>
            </a:r>
            <a:endParaRPr spc="-9"/>
          </a:p>
        </p:txBody>
      </p:sp>
      <p:grpSp>
        <p:nvGrpSpPr>
          <p:cNvPr id="263" name="object 13"/>
          <p:cNvGrpSpPr/>
          <p:nvPr/>
        </p:nvGrpSpPr>
        <p:grpSpPr>
          <a:xfrm>
            <a:off x="457200" y="2343150"/>
            <a:ext cx="1371600" cy="495300"/>
            <a:chOff x="0" y="0"/>
            <a:chExt cx="1371600" cy="495300"/>
          </a:xfrm>
        </p:grpSpPr>
        <p:sp>
          <p:nvSpPr>
            <p:cNvPr id="261" name="object 14"/>
            <p:cNvSpPr/>
            <p:nvPr/>
          </p:nvSpPr>
          <p:spPr>
            <a:xfrm>
              <a:off x="0" y="0"/>
              <a:ext cx="1371600" cy="495300"/>
            </a:xfrm>
            <a:prstGeom prst="rect">
              <a:avLst/>
            </a:prstGeom>
            <a:solidFill>
              <a:srgbClr val="F8F19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62" name="object 15"/>
            <p:cNvSpPr/>
            <p:nvPr/>
          </p:nvSpPr>
          <p:spPr>
            <a:xfrm>
              <a:off x="0" y="0"/>
              <a:ext cx="1371600" cy="495300"/>
            </a:xfrm>
            <a:prstGeom prst="rect">
              <a:avLst/>
            </a:prstGeom>
            <a:noFill/>
            <a:ln w="19050" cap="flat">
              <a:solidFill>
                <a:srgbClr val="D3AC0D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64" name="object 16"/>
          <p:cNvSpPr txBox="1"/>
          <p:nvPr/>
        </p:nvSpPr>
        <p:spPr>
          <a:xfrm>
            <a:off x="2001266" y="2423279"/>
            <a:ext cx="1052197" cy="343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400"/>
              </a:spcBef>
              <a:defRPr b="1" spc="-10" sz="1200">
                <a:solidFill>
                  <a:srgbClr val="B7770D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Caution</a:t>
            </a:r>
          </a:p>
          <a:p>
            <a:pPr indent="12700">
              <a:spcBef>
                <a:spcPts val="300"/>
              </a:spcBef>
              <a:defRPr sz="900">
                <a:solidFill>
                  <a:srgbClr val="9CA2A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Feels</a:t>
            </a:r>
            <a:r>
              <a:rPr spc="60"/>
              <a:t> </a:t>
            </a:r>
            <a:r>
              <a:t>like</a:t>
            </a:r>
            <a:r>
              <a:rPr spc="25"/>
              <a:t> </a:t>
            </a:r>
            <a:r>
              <a:t>80</a:t>
            </a:r>
            <a:r>
              <a:rPr spc="110"/>
              <a:t> </a:t>
            </a:r>
            <a:r>
              <a:t>to</a:t>
            </a:r>
            <a:r>
              <a:rPr spc="80"/>
              <a:t> </a:t>
            </a:r>
            <a:r>
              <a:rPr spc="-20"/>
              <a:t>90°F</a:t>
            </a:r>
          </a:p>
        </p:txBody>
      </p:sp>
      <p:sp>
        <p:nvSpPr>
          <p:cNvPr id="265" name="object 17"/>
          <p:cNvSpPr txBox="1"/>
          <p:nvPr/>
        </p:nvSpPr>
        <p:spPr>
          <a:xfrm>
            <a:off x="4214876" y="2347976"/>
            <a:ext cx="4476752" cy="464468"/>
          </a:xfrm>
          <a:prstGeom prst="rect">
            <a:avLst/>
          </a:prstGeom>
          <a:solidFill>
            <a:srgbClr val="F3F4F6"/>
          </a:solidFill>
          <a:ln w="12700">
            <a:solidFill>
              <a:srgbClr val="E4E7EB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105410" algn="ctr">
              <a:defRPr sz="11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Fatigue</a:t>
            </a:r>
            <a:r>
              <a:rPr spc="4"/>
              <a:t> </a:t>
            </a:r>
            <a:r>
              <a:t>is</a:t>
            </a:r>
            <a:r>
              <a:rPr spc="-19"/>
              <a:t> </a:t>
            </a:r>
            <a:r>
              <a:t>possible</a:t>
            </a:r>
            <a:r>
              <a:rPr spc="4"/>
              <a:t> </a:t>
            </a:r>
            <a:r>
              <a:t>with</a:t>
            </a:r>
            <a:r>
              <a:rPr spc="-25"/>
              <a:t> </a:t>
            </a:r>
            <a:r>
              <a:t>long</a:t>
            </a:r>
            <a:r>
              <a:rPr spc="35"/>
              <a:t> </a:t>
            </a:r>
            <a:r>
              <a:rPr spc="-9"/>
              <a:t>outdoor</a:t>
            </a:r>
            <a:r>
              <a:rPr spc="-45"/>
              <a:t> </a:t>
            </a:r>
            <a:r>
              <a:t>activity.</a:t>
            </a:r>
            <a:r>
              <a:rPr spc="-15"/>
              <a:t> </a:t>
            </a:r>
            <a:r>
              <a:t>Drink</a:t>
            </a:r>
            <a:r>
              <a:rPr spc="-15"/>
              <a:t> </a:t>
            </a:r>
            <a:r>
              <a:t>water</a:t>
            </a:r>
            <a:r>
              <a:rPr spc="-45"/>
              <a:t> </a:t>
            </a:r>
            <a:r>
              <a:t>and</a:t>
            </a:r>
            <a:r>
              <a:rPr spc="-25"/>
              <a:t> </a:t>
            </a:r>
            <a:r>
              <a:t>take</a:t>
            </a:r>
            <a:r>
              <a:rPr spc="-60"/>
              <a:t> </a:t>
            </a:r>
            <a:r>
              <a:rPr spc="-9"/>
              <a:t>breaks.</a:t>
            </a:r>
            <a:endParaRPr spc="-9"/>
          </a:p>
        </p:txBody>
      </p:sp>
      <p:grpSp>
        <p:nvGrpSpPr>
          <p:cNvPr id="268" name="object 18"/>
          <p:cNvGrpSpPr/>
          <p:nvPr/>
        </p:nvGrpSpPr>
        <p:grpSpPr>
          <a:xfrm>
            <a:off x="457200" y="2971800"/>
            <a:ext cx="1371600" cy="495300"/>
            <a:chOff x="0" y="0"/>
            <a:chExt cx="1371600" cy="495300"/>
          </a:xfrm>
        </p:grpSpPr>
        <p:sp>
          <p:nvSpPr>
            <p:cNvPr id="266" name="object 19"/>
            <p:cNvSpPr/>
            <p:nvPr/>
          </p:nvSpPr>
          <p:spPr>
            <a:xfrm>
              <a:off x="0" y="0"/>
              <a:ext cx="1371600" cy="495300"/>
            </a:xfrm>
            <a:prstGeom prst="rect">
              <a:avLst/>
            </a:prstGeom>
            <a:solidFill>
              <a:srgbClr val="D39F1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67" name="object 20"/>
            <p:cNvSpPr/>
            <p:nvPr/>
          </p:nvSpPr>
          <p:spPr>
            <a:xfrm>
              <a:off x="0" y="0"/>
              <a:ext cx="1371600" cy="495300"/>
            </a:xfrm>
            <a:prstGeom prst="rect">
              <a:avLst/>
            </a:prstGeom>
            <a:noFill/>
            <a:ln w="19050" cap="flat">
              <a:solidFill>
                <a:srgbClr val="B7770D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69" name="object 21"/>
          <p:cNvSpPr txBox="1"/>
          <p:nvPr/>
        </p:nvSpPr>
        <p:spPr>
          <a:xfrm>
            <a:off x="2001266" y="3050493"/>
            <a:ext cx="1168401" cy="343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400"/>
              </a:spcBef>
              <a:defRPr b="1" sz="1200">
                <a:solidFill>
                  <a:srgbClr val="7C6608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Extreme</a:t>
            </a:r>
            <a:r>
              <a:rPr spc="130"/>
              <a:t> </a:t>
            </a:r>
            <a:r>
              <a:rPr spc="-10"/>
              <a:t>Caution</a:t>
            </a:r>
          </a:p>
          <a:p>
            <a:pPr indent="12700">
              <a:spcBef>
                <a:spcPts val="300"/>
              </a:spcBef>
              <a:defRPr sz="900">
                <a:solidFill>
                  <a:srgbClr val="9CA2A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Feels</a:t>
            </a:r>
            <a:r>
              <a:rPr spc="60"/>
              <a:t> </a:t>
            </a:r>
            <a:r>
              <a:t>like</a:t>
            </a:r>
            <a:r>
              <a:rPr spc="25"/>
              <a:t> </a:t>
            </a:r>
            <a:r>
              <a:t>91</a:t>
            </a:r>
            <a:r>
              <a:rPr spc="110"/>
              <a:t> </a:t>
            </a:r>
            <a:r>
              <a:t>to</a:t>
            </a:r>
            <a:r>
              <a:rPr spc="80"/>
              <a:t> </a:t>
            </a:r>
            <a:r>
              <a:rPr spc="-20"/>
              <a:t>103°F</a:t>
            </a:r>
          </a:p>
        </p:txBody>
      </p:sp>
      <p:sp>
        <p:nvSpPr>
          <p:cNvPr id="270" name="object 22"/>
          <p:cNvSpPr txBox="1"/>
          <p:nvPr/>
        </p:nvSpPr>
        <p:spPr>
          <a:xfrm>
            <a:off x="4214876" y="2943017"/>
            <a:ext cx="4476752" cy="552866"/>
          </a:xfrm>
          <a:prstGeom prst="rect">
            <a:avLst/>
          </a:prstGeom>
          <a:solidFill>
            <a:srgbClr val="F3F4F6"/>
          </a:solidFill>
          <a:ln w="12700">
            <a:solidFill>
              <a:srgbClr val="E4E7EB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67970" indent="105410" algn="ctr">
              <a:lnSpc>
                <a:spcPts val="1200"/>
              </a:lnSpc>
              <a:spcBef>
                <a:spcPts val="700"/>
              </a:spcBef>
              <a:defRPr sz="1100">
                <a:solidFill>
                  <a:srgbClr val="1C1C1C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marR="267970" indent="105410" algn="ctr">
              <a:lnSpc>
                <a:spcPts val="1200"/>
              </a:lnSpc>
              <a:spcBef>
                <a:spcPts val="700"/>
              </a:spcBef>
              <a:defRPr sz="11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Heat</a:t>
            </a:r>
            <a:r>
              <a:rPr spc="-35"/>
              <a:t> </a:t>
            </a:r>
            <a:r>
              <a:rPr spc="-9"/>
              <a:t>cramps</a:t>
            </a:r>
            <a:r>
              <a:rPr spc="-25"/>
              <a:t> </a:t>
            </a:r>
            <a:r>
              <a:t>or</a:t>
            </a:r>
            <a:r>
              <a:rPr spc="30"/>
              <a:t> </a:t>
            </a:r>
            <a:r>
              <a:rPr spc="-9"/>
              <a:t>exhaustion</a:t>
            </a:r>
            <a:r>
              <a:rPr spc="-25"/>
              <a:t> </a:t>
            </a:r>
            <a:r>
              <a:t>are</a:t>
            </a:r>
            <a:r>
              <a:rPr spc="9"/>
              <a:t> </a:t>
            </a:r>
            <a:r>
              <a:t>possible.</a:t>
            </a:r>
            <a:r>
              <a:rPr spc="-15"/>
              <a:t> </a:t>
            </a:r>
            <a:r>
              <a:t>Limit</a:t>
            </a:r>
            <a:r>
              <a:rPr spc="-30"/>
              <a:t> </a:t>
            </a:r>
            <a:r>
              <a:t>outdoor</a:t>
            </a:r>
            <a:r>
              <a:rPr spc="25"/>
              <a:t> </a:t>
            </a:r>
            <a:r>
              <a:t>time.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73" name="object 23"/>
          <p:cNvGrpSpPr/>
          <p:nvPr/>
        </p:nvGrpSpPr>
        <p:grpSpPr>
          <a:xfrm>
            <a:off x="457200" y="3600450"/>
            <a:ext cx="1371600" cy="495300"/>
            <a:chOff x="0" y="0"/>
            <a:chExt cx="1371600" cy="495300"/>
          </a:xfrm>
        </p:grpSpPr>
        <p:sp>
          <p:nvSpPr>
            <p:cNvPr id="271" name="object 24"/>
            <p:cNvSpPr/>
            <p:nvPr/>
          </p:nvSpPr>
          <p:spPr>
            <a:xfrm>
              <a:off x="0" y="0"/>
              <a:ext cx="1371600" cy="495300"/>
            </a:xfrm>
            <a:prstGeom prst="rect">
              <a:avLst/>
            </a:prstGeom>
            <a:solidFill>
              <a:srgbClr val="C0552B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72" name="object 25"/>
            <p:cNvSpPr/>
            <p:nvPr/>
          </p:nvSpPr>
          <p:spPr>
            <a:xfrm>
              <a:off x="0" y="0"/>
              <a:ext cx="1371600" cy="495300"/>
            </a:xfrm>
            <a:prstGeom prst="rect">
              <a:avLst/>
            </a:prstGeom>
            <a:noFill/>
            <a:ln w="19050" cap="flat">
              <a:solidFill>
                <a:srgbClr val="922B2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74" name="object 26"/>
          <p:cNvSpPr txBox="1"/>
          <p:nvPr/>
        </p:nvSpPr>
        <p:spPr>
          <a:xfrm>
            <a:off x="2001266" y="3678418"/>
            <a:ext cx="1182372" cy="343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400"/>
              </a:spcBef>
              <a:defRPr b="1" spc="-10" sz="1200">
                <a:solidFill>
                  <a:srgbClr val="922B2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Danger</a:t>
            </a:r>
          </a:p>
          <a:p>
            <a:pPr indent="12700">
              <a:spcBef>
                <a:spcPts val="300"/>
              </a:spcBef>
              <a:defRPr sz="900">
                <a:solidFill>
                  <a:srgbClr val="9CA2A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Feels</a:t>
            </a:r>
            <a:r>
              <a:rPr spc="50"/>
              <a:t> </a:t>
            </a:r>
            <a:r>
              <a:t>like</a:t>
            </a:r>
            <a:r>
              <a:rPr spc="15"/>
              <a:t> </a:t>
            </a:r>
            <a:r>
              <a:t>103</a:t>
            </a:r>
            <a:r>
              <a:rPr spc="95"/>
              <a:t> </a:t>
            </a:r>
            <a:r>
              <a:t>to</a:t>
            </a:r>
            <a:r>
              <a:rPr spc="69"/>
              <a:t> </a:t>
            </a:r>
            <a:r>
              <a:rPr spc="-20"/>
              <a:t>124°F</a:t>
            </a:r>
          </a:p>
        </p:txBody>
      </p:sp>
      <p:sp>
        <p:nvSpPr>
          <p:cNvPr id="275" name="object 27"/>
          <p:cNvSpPr txBox="1"/>
          <p:nvPr/>
        </p:nvSpPr>
        <p:spPr>
          <a:xfrm>
            <a:off x="4214876" y="3605212"/>
            <a:ext cx="4476752" cy="464468"/>
          </a:xfrm>
          <a:prstGeom prst="rect">
            <a:avLst/>
          </a:prstGeom>
          <a:solidFill>
            <a:srgbClr val="F3F4F6"/>
          </a:solidFill>
          <a:ln w="12700">
            <a:solidFill>
              <a:srgbClr val="E4E7EB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105410" algn="ctr">
              <a:defRPr sz="11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Heat</a:t>
            </a:r>
            <a:r>
              <a:rPr spc="-15"/>
              <a:t> </a:t>
            </a:r>
            <a:r>
              <a:rPr spc="-9"/>
              <a:t>exhaustion</a:t>
            </a:r>
            <a:r>
              <a:rPr spc="-4"/>
              <a:t> </a:t>
            </a:r>
            <a:r>
              <a:t>is </a:t>
            </a:r>
            <a:r>
              <a:rPr spc="-9"/>
              <a:t>likely.</a:t>
            </a:r>
            <a:r>
              <a:rPr spc="9"/>
              <a:t> </a:t>
            </a:r>
            <a:r>
              <a:t>Heatstroke</a:t>
            </a:r>
            <a:r>
              <a:rPr spc="-50"/>
              <a:t> </a:t>
            </a:r>
            <a:r>
              <a:t>is </a:t>
            </a:r>
            <a:r>
              <a:rPr spc="-9"/>
              <a:t>possible.</a:t>
            </a:r>
            <a:r>
              <a:rPr spc="9"/>
              <a:t> </a:t>
            </a:r>
            <a:r>
              <a:t>Stay</a:t>
            </a:r>
            <a:r>
              <a:rPr spc="4"/>
              <a:t> </a:t>
            </a:r>
            <a:r>
              <a:t>inside</a:t>
            </a:r>
            <a:r>
              <a:rPr spc="30"/>
              <a:t> </a:t>
            </a:r>
            <a:r>
              <a:t>if</a:t>
            </a:r>
            <a:r>
              <a:rPr spc="25"/>
              <a:t> </a:t>
            </a:r>
            <a:r>
              <a:t>you </a:t>
            </a:r>
            <a:r>
              <a:rPr spc="-19"/>
              <a:t>can.</a:t>
            </a:r>
            <a:endParaRPr spc="-19"/>
          </a:p>
        </p:txBody>
      </p:sp>
      <p:grpSp>
        <p:nvGrpSpPr>
          <p:cNvPr id="278" name="object 28"/>
          <p:cNvGrpSpPr/>
          <p:nvPr/>
        </p:nvGrpSpPr>
        <p:grpSpPr>
          <a:xfrm>
            <a:off x="457200" y="4229100"/>
            <a:ext cx="1371600" cy="485775"/>
            <a:chOff x="0" y="0"/>
            <a:chExt cx="1371600" cy="485775"/>
          </a:xfrm>
        </p:grpSpPr>
        <p:sp>
          <p:nvSpPr>
            <p:cNvPr id="276" name="object 29"/>
            <p:cNvSpPr/>
            <p:nvPr/>
          </p:nvSpPr>
          <p:spPr>
            <a:xfrm>
              <a:off x="0" y="0"/>
              <a:ext cx="1371600" cy="485775"/>
            </a:xfrm>
            <a:prstGeom prst="rect">
              <a:avLst/>
            </a:prstGeom>
            <a:solidFill>
              <a:srgbClr val="8A1A1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77" name="object 30"/>
            <p:cNvSpPr/>
            <p:nvPr/>
          </p:nvSpPr>
          <p:spPr>
            <a:xfrm>
              <a:off x="0" y="0"/>
              <a:ext cx="1371600" cy="485775"/>
            </a:xfrm>
            <a:prstGeom prst="rect">
              <a:avLst/>
            </a:prstGeom>
            <a:noFill/>
            <a:ln w="19050" cap="flat">
              <a:solidFill>
                <a:srgbClr val="5B0D0D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79" name="object 31"/>
          <p:cNvSpPr txBox="1"/>
          <p:nvPr/>
        </p:nvSpPr>
        <p:spPr>
          <a:xfrm>
            <a:off x="2001266" y="4305653"/>
            <a:ext cx="1176022" cy="343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400"/>
              </a:spcBef>
              <a:defRPr b="1" sz="1200">
                <a:solidFill>
                  <a:srgbClr val="5B0D0D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Extreme</a:t>
            </a:r>
            <a:r>
              <a:rPr spc="130"/>
              <a:t> </a:t>
            </a:r>
            <a:r>
              <a:rPr spc="-10"/>
              <a:t>Danger</a:t>
            </a:r>
          </a:p>
          <a:p>
            <a:pPr indent="12700">
              <a:spcBef>
                <a:spcPts val="300"/>
              </a:spcBef>
              <a:defRPr sz="900">
                <a:solidFill>
                  <a:srgbClr val="9CA2A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Feels</a:t>
            </a:r>
            <a:r>
              <a:rPr spc="80"/>
              <a:t> </a:t>
            </a:r>
            <a:r>
              <a:t>like</a:t>
            </a:r>
            <a:r>
              <a:rPr spc="45"/>
              <a:t> </a:t>
            </a:r>
            <a:r>
              <a:t>Above</a:t>
            </a:r>
            <a:r>
              <a:rPr spc="145"/>
              <a:t> </a:t>
            </a:r>
            <a:r>
              <a:rPr spc="-20"/>
              <a:t>125°F</a:t>
            </a:r>
          </a:p>
        </p:txBody>
      </p:sp>
      <p:sp>
        <p:nvSpPr>
          <p:cNvPr id="280" name="object 32"/>
          <p:cNvSpPr txBox="1"/>
          <p:nvPr/>
        </p:nvSpPr>
        <p:spPr>
          <a:xfrm>
            <a:off x="4214876" y="4233862"/>
            <a:ext cx="4476752" cy="464468"/>
          </a:xfrm>
          <a:prstGeom prst="rect">
            <a:avLst/>
          </a:prstGeom>
          <a:solidFill>
            <a:srgbClr val="F3F4F6"/>
          </a:solidFill>
          <a:ln w="12700">
            <a:solidFill>
              <a:srgbClr val="E4E7EB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100">
                <a:latin typeface="Times New Roman"/>
                <a:ea typeface="Times New Roman"/>
                <a:cs typeface="Times New Roman"/>
                <a:sym typeface="Times New Roman"/>
              </a:defRPr>
            </a:pPr>
          </a:p>
          <a:p>
            <a:pPr indent="105410" algn="ctr">
              <a:defRPr sz="1100">
                <a:solidFill>
                  <a:srgbClr val="1C1C1C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Heatstroke</a:t>
            </a:r>
            <a:r>
              <a:rPr spc="15"/>
              <a:t> </a:t>
            </a:r>
            <a:r>
              <a:t>is</a:t>
            </a:r>
            <a:r>
              <a:rPr spc="-9"/>
              <a:t> </a:t>
            </a:r>
            <a:r>
              <a:t>very</a:t>
            </a:r>
            <a:r>
              <a:rPr spc="-9"/>
              <a:t> likely.</a:t>
            </a:r>
            <a:r>
              <a:rPr spc="-4"/>
              <a:t> </a:t>
            </a:r>
            <a:r>
              <a:t>This</a:t>
            </a:r>
            <a:r>
              <a:rPr spc="-15"/>
              <a:t> </a:t>
            </a:r>
            <a:r>
              <a:t>is</a:t>
            </a:r>
            <a:r>
              <a:rPr spc="-9"/>
              <a:t> </a:t>
            </a:r>
            <a:r>
              <a:t>a</a:t>
            </a:r>
            <a:r>
              <a:rPr spc="-39"/>
              <a:t> </a:t>
            </a:r>
            <a:r>
              <a:t>medical</a:t>
            </a:r>
            <a:r>
              <a:rPr spc="19"/>
              <a:t> </a:t>
            </a:r>
            <a:r>
              <a:rPr spc="-9"/>
              <a:t>emergency </a:t>
            </a:r>
            <a:r>
              <a:t>level.</a:t>
            </a:r>
            <a:r>
              <a:rPr spc="-4"/>
              <a:t> </a:t>
            </a:r>
            <a:r>
              <a:t>Stay</a:t>
            </a:r>
            <a:r>
              <a:rPr spc="-9"/>
              <a:t> indoors.</a:t>
            </a:r>
            <a:endParaRPr spc="-9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object 66"/>
          <p:cNvSpPr txBox="1"/>
          <p:nvPr/>
        </p:nvSpPr>
        <p:spPr>
          <a:xfrm>
            <a:off x="353376" y="4923240"/>
            <a:ext cx="13973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10" sz="900">
                <a:solidFill>
                  <a:srgbClr val="74C59D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commonsensesproject.org</a:t>
            </a:r>
          </a:p>
        </p:txBody>
      </p:sp>
      <p:sp>
        <p:nvSpPr>
          <p:cNvPr id="283" name="object 2"/>
          <p:cNvSpPr txBox="1"/>
          <p:nvPr/>
        </p:nvSpPr>
        <p:spPr>
          <a:xfrm>
            <a:off x="4761" y="4824"/>
            <a:ext cx="638178" cy="169565"/>
          </a:xfrm>
          <a:prstGeom prst="rect">
            <a:avLst/>
          </a:prstGeom>
          <a:ln w="12700">
            <a:solidFill>
              <a:srgbClr val="1B433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100"/>
              </a:spcBef>
              <a:defRPr b="1" spc="-25" sz="1200">
                <a:solidFill>
                  <a:srgbClr val="E9A84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06</a:t>
            </a:r>
          </a:p>
        </p:txBody>
      </p:sp>
      <p:sp>
        <p:nvSpPr>
          <p:cNvPr id="284" name="object 3"/>
          <p:cNvSpPr txBox="1"/>
          <p:nvPr>
            <p:ph type="title"/>
          </p:nvPr>
        </p:nvSpPr>
        <p:spPr>
          <a:xfrm>
            <a:off x="811211" y="205992"/>
            <a:ext cx="6207128" cy="483872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</a:pPr>
            <a:r>
              <a:t>Noise:</a:t>
            </a:r>
            <a:r>
              <a:rPr spc="-100"/>
              <a:t> </a:t>
            </a:r>
            <a:r>
              <a:t>what</a:t>
            </a:r>
            <a:r>
              <a:rPr spc="-100"/>
              <a:t> </a:t>
            </a:r>
            <a:r>
              <a:t>the</a:t>
            </a:r>
            <a:r>
              <a:rPr spc="-100"/>
              <a:t> </a:t>
            </a:r>
            <a:r>
              <a:t>numbers</a:t>
            </a:r>
            <a:r>
              <a:rPr spc="-100"/>
              <a:t> mean</a:t>
            </a:r>
          </a:p>
        </p:txBody>
      </p:sp>
      <p:grpSp>
        <p:nvGrpSpPr>
          <p:cNvPr id="287" name="object 4"/>
          <p:cNvGrpSpPr/>
          <p:nvPr/>
        </p:nvGrpSpPr>
        <p:grpSpPr>
          <a:xfrm>
            <a:off x="4762" y="4900612"/>
            <a:ext cx="9139239" cy="242890"/>
            <a:chOff x="0" y="0"/>
            <a:chExt cx="9139237" cy="242889"/>
          </a:xfrm>
        </p:grpSpPr>
        <p:sp>
          <p:nvSpPr>
            <p:cNvPr id="285" name="object 5"/>
            <p:cNvSpPr/>
            <p:nvPr/>
          </p:nvSpPr>
          <p:spPr>
            <a:xfrm>
              <a:off x="-1" y="0"/>
              <a:ext cx="9139239" cy="242890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86" name="object 6"/>
            <p:cNvSpPr/>
            <p:nvPr/>
          </p:nvSpPr>
          <p:spPr>
            <a:xfrm>
              <a:off x="-1" y="-1"/>
              <a:ext cx="9139239" cy="2428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88" name="object 7"/>
          <p:cNvSpPr txBox="1"/>
          <p:nvPr/>
        </p:nvSpPr>
        <p:spPr>
          <a:xfrm>
            <a:off x="536575" y="894015"/>
            <a:ext cx="8392715" cy="3893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>
              <a:lnSpc>
                <a:spcPct val="105199"/>
              </a:lnSpc>
              <a:defRPr sz="12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Noise</a:t>
            </a:r>
            <a:r>
              <a:rPr spc="125"/>
              <a:t> </a:t>
            </a:r>
            <a:r>
              <a:t>sensors</a:t>
            </a:r>
            <a:r>
              <a:rPr spc="114"/>
              <a:t> </a:t>
            </a:r>
            <a:r>
              <a:t>measure</a:t>
            </a:r>
            <a:r>
              <a:rPr spc="40"/>
              <a:t> </a:t>
            </a:r>
            <a:r>
              <a:t>sound</a:t>
            </a:r>
            <a:r>
              <a:rPr spc="85"/>
              <a:t> </a:t>
            </a:r>
            <a:r>
              <a:t>in</a:t>
            </a:r>
            <a:r>
              <a:rPr spc="85"/>
              <a:t> </a:t>
            </a:r>
            <a:r>
              <a:t>decibels</a:t>
            </a:r>
            <a:r>
              <a:rPr spc="114"/>
              <a:t> </a:t>
            </a:r>
            <a:r>
              <a:t>(dB).</a:t>
            </a:r>
            <a:r>
              <a:rPr spc="55"/>
              <a:t> </a:t>
            </a:r>
            <a:r>
              <a:t>Boston</a:t>
            </a:r>
            <a:r>
              <a:rPr spc="85"/>
              <a:t> </a:t>
            </a:r>
            <a:r>
              <a:t>has</a:t>
            </a:r>
            <a:r>
              <a:rPr spc="114"/>
              <a:t> </a:t>
            </a:r>
            <a:r>
              <a:t>rules</a:t>
            </a:r>
            <a:r>
              <a:rPr spc="114"/>
              <a:t> </a:t>
            </a:r>
            <a:r>
              <a:t>about</a:t>
            </a:r>
            <a:r>
              <a:rPr spc="15"/>
              <a:t> </a:t>
            </a:r>
            <a:r>
              <a:t>how</a:t>
            </a:r>
            <a:r>
              <a:rPr spc="70"/>
              <a:t> </a:t>
            </a:r>
            <a:r>
              <a:t>loud</a:t>
            </a:r>
            <a:r>
              <a:rPr spc="180"/>
              <a:t> </a:t>
            </a:r>
            <a:r>
              <a:t>it</a:t>
            </a:r>
            <a:r>
              <a:rPr spc="15"/>
              <a:t> </a:t>
            </a:r>
            <a:r>
              <a:t>can</a:t>
            </a:r>
            <a:r>
              <a:rPr spc="85"/>
              <a:t> </a:t>
            </a:r>
            <a:r>
              <a:t>be,</a:t>
            </a:r>
            <a:r>
              <a:rPr spc="60"/>
              <a:t> </a:t>
            </a:r>
            <a:r>
              <a:t>and</a:t>
            </a:r>
            <a:r>
              <a:rPr spc="85"/>
              <a:t> </a:t>
            </a:r>
            <a:r>
              <a:t>these</a:t>
            </a:r>
            <a:r>
              <a:rPr spc="125"/>
              <a:t> </a:t>
            </a:r>
            <a:r>
              <a:t>sensors</a:t>
            </a:r>
            <a:r>
              <a:rPr spc="114"/>
              <a:t> </a:t>
            </a:r>
            <a:r>
              <a:t>help</a:t>
            </a:r>
            <a:r>
              <a:rPr spc="85"/>
              <a:t> </a:t>
            </a:r>
            <a:r>
              <a:rPr spc="-20"/>
              <a:t>hold </a:t>
            </a:r>
            <a:r>
              <a:t>that</a:t>
            </a:r>
            <a:r>
              <a:rPr spc="75"/>
              <a:t> </a:t>
            </a:r>
            <a:r>
              <a:rPr spc="-10"/>
              <a:t>line.</a:t>
            </a:r>
          </a:p>
          <a:p>
            <a:pPr indent="12700">
              <a:spcBef>
                <a:spcPts val="600"/>
              </a:spcBef>
              <a:defRPr i="1" sz="900">
                <a:solidFill>
                  <a:srgbClr val="9CA2A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City</a:t>
            </a:r>
            <a:r>
              <a:rPr spc="90"/>
              <a:t> </a:t>
            </a:r>
            <a:r>
              <a:t>of</a:t>
            </a:r>
            <a:r>
              <a:rPr spc="80"/>
              <a:t> </a:t>
            </a:r>
            <a:r>
              <a:t>Boston</a:t>
            </a:r>
            <a:r>
              <a:rPr spc="104"/>
              <a:t> </a:t>
            </a:r>
            <a:r>
              <a:t>noise</a:t>
            </a:r>
            <a:r>
              <a:rPr spc="50"/>
              <a:t> </a:t>
            </a:r>
            <a:r>
              <a:rPr spc="-10"/>
              <a:t>ordinance</a:t>
            </a:r>
          </a:p>
        </p:txBody>
      </p:sp>
      <p:grpSp>
        <p:nvGrpSpPr>
          <p:cNvPr id="298" name="object 8"/>
          <p:cNvGrpSpPr/>
          <p:nvPr/>
        </p:nvGrpSpPr>
        <p:grpSpPr>
          <a:xfrm>
            <a:off x="314323" y="1609597"/>
            <a:ext cx="4214879" cy="1643128"/>
            <a:chOff x="0" y="0"/>
            <a:chExt cx="4214877" cy="1643127"/>
          </a:xfrm>
        </p:grpSpPr>
        <p:pic>
          <p:nvPicPr>
            <p:cNvPr id="289" name="object 9" descr="object 9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4214879" cy="164312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90" name="object 10"/>
            <p:cNvSpPr/>
            <p:nvPr/>
          </p:nvSpPr>
          <p:spPr>
            <a:xfrm>
              <a:off x="147636" y="147827"/>
              <a:ext cx="3981453" cy="135255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91" name="object 11"/>
            <p:cNvSpPr/>
            <p:nvPr/>
          </p:nvSpPr>
          <p:spPr>
            <a:xfrm>
              <a:off x="147636" y="90677"/>
              <a:ext cx="3981453" cy="1409703"/>
            </a:xfrm>
            <a:prstGeom prst="rect">
              <a:avLst/>
            </a:prstGeom>
            <a:noFill/>
            <a:ln w="12700" cap="flat">
              <a:solidFill>
                <a:srgbClr val="E4E7EB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92" name="object 12"/>
            <p:cNvSpPr/>
            <p:nvPr/>
          </p:nvSpPr>
          <p:spPr>
            <a:xfrm>
              <a:off x="147636" y="90677"/>
              <a:ext cx="3981453" cy="57152"/>
            </a:xfrm>
            <a:prstGeom prst="rect">
              <a:avLst/>
            </a:prstGeom>
            <a:solidFill>
              <a:srgbClr val="8A1A1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93" name="object 13"/>
            <p:cNvSpPr/>
            <p:nvPr/>
          </p:nvSpPr>
          <p:spPr>
            <a:xfrm>
              <a:off x="147636" y="90677"/>
              <a:ext cx="3981453" cy="57152"/>
            </a:xfrm>
            <a:prstGeom prst="rect">
              <a:avLst/>
            </a:prstGeom>
            <a:noFill/>
            <a:ln w="12700" cap="flat">
              <a:solidFill>
                <a:srgbClr val="8A1A1A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94" name="object 14"/>
            <p:cNvSpPr/>
            <p:nvPr/>
          </p:nvSpPr>
          <p:spPr>
            <a:xfrm>
              <a:off x="280987" y="566927"/>
              <a:ext cx="1371602" cy="333377"/>
            </a:xfrm>
            <a:prstGeom prst="rect">
              <a:avLst/>
            </a:prstGeom>
            <a:solidFill>
              <a:srgbClr val="2DCC4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95" name="object 15"/>
            <p:cNvSpPr/>
            <p:nvPr/>
          </p:nvSpPr>
          <p:spPr>
            <a:xfrm>
              <a:off x="280987" y="566927"/>
              <a:ext cx="1371602" cy="333377"/>
            </a:xfrm>
            <a:prstGeom prst="rect">
              <a:avLst/>
            </a:prstGeom>
            <a:noFill/>
            <a:ln w="12700" cap="flat">
              <a:solidFill>
                <a:srgbClr val="2DCC4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96" name="object 16"/>
            <p:cNvSpPr/>
            <p:nvPr/>
          </p:nvSpPr>
          <p:spPr>
            <a:xfrm>
              <a:off x="1719326" y="566927"/>
              <a:ext cx="2266952" cy="333377"/>
            </a:xfrm>
            <a:prstGeom prst="rect">
              <a:avLst/>
            </a:prstGeom>
            <a:solidFill>
              <a:srgbClr val="8A1A1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97" name="object 17"/>
            <p:cNvSpPr/>
            <p:nvPr/>
          </p:nvSpPr>
          <p:spPr>
            <a:xfrm>
              <a:off x="1719326" y="566927"/>
              <a:ext cx="2266952" cy="333377"/>
            </a:xfrm>
            <a:prstGeom prst="rect">
              <a:avLst/>
            </a:prstGeom>
            <a:noFill/>
            <a:ln w="12700" cap="flat">
              <a:solidFill>
                <a:srgbClr val="8A1A1A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99" name="object 18"/>
          <p:cNvSpPr txBox="1"/>
          <p:nvPr/>
        </p:nvSpPr>
        <p:spPr>
          <a:xfrm>
            <a:off x="594992" y="1833179"/>
            <a:ext cx="3441069" cy="1096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"/>
              </a:spcBef>
              <a:defRPr b="1" sz="1400">
                <a:solidFill>
                  <a:srgbClr val="8A1A1A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11</a:t>
            </a:r>
            <a:r>
              <a:rPr spc="-65"/>
              <a:t> </a:t>
            </a:r>
            <a:r>
              <a:t>PM</a:t>
            </a:r>
            <a:r>
              <a:rPr spc="10"/>
              <a:t> </a:t>
            </a:r>
            <a:r>
              <a:t>to</a:t>
            </a:r>
            <a:r>
              <a:rPr spc="-30"/>
              <a:t> </a:t>
            </a:r>
            <a:r>
              <a:t>7</a:t>
            </a:r>
            <a:r>
              <a:rPr spc="10"/>
              <a:t> </a:t>
            </a:r>
            <a:r>
              <a:rPr spc="-25"/>
              <a:t>AM</a:t>
            </a:r>
          </a:p>
          <a:p>
            <a:pPr indent="274954">
              <a:spcBef>
                <a:spcPts val="1600"/>
              </a:spcBef>
              <a:tabLst>
                <a:tab pos="1905000" algn="l"/>
              </a:tabLst>
              <a:defRPr b="1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OK</a:t>
            </a:r>
            <a:r>
              <a:rPr spc="245"/>
              <a:t> </a:t>
            </a:r>
            <a:r>
              <a:t>0 to</a:t>
            </a:r>
            <a:r>
              <a:rPr spc="-35"/>
              <a:t> </a:t>
            </a:r>
            <a:r>
              <a:t>50 </a:t>
            </a:r>
            <a:r>
              <a:rPr spc="-35"/>
              <a:t>dB</a:t>
            </a:r>
            <a:r>
              <a:t>	Too</a:t>
            </a:r>
            <a:r>
              <a:rPr spc="-25"/>
              <a:t> </a:t>
            </a:r>
            <a:r>
              <a:t>Loud</a:t>
            </a:r>
            <a:r>
              <a:rPr spc="285"/>
              <a:t> </a:t>
            </a:r>
            <a:r>
              <a:t>above</a:t>
            </a:r>
            <a:r>
              <a:rPr spc="-60"/>
              <a:t> </a:t>
            </a:r>
            <a:r>
              <a:t>50</a:t>
            </a:r>
            <a:r>
              <a:rPr spc="4"/>
              <a:t> </a:t>
            </a:r>
            <a:r>
              <a:rPr spc="-25"/>
              <a:t>dB</a:t>
            </a:r>
            <a:endParaRPr sz="1100"/>
          </a:p>
          <a:p>
            <a:pPr>
              <a:spcBef>
                <a:spcPts val="200"/>
              </a:spcBef>
              <a:defRPr sz="11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R="5080" indent="90805">
              <a:lnSpc>
                <a:spcPts val="1200"/>
              </a:lnSpc>
              <a:defRPr sz="11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That's</a:t>
            </a:r>
            <a:r>
              <a:rPr spc="-30"/>
              <a:t> </a:t>
            </a:r>
            <a:r>
              <a:t>quieter</a:t>
            </a:r>
            <a:r>
              <a:rPr spc="25"/>
              <a:t> </a:t>
            </a:r>
            <a:r>
              <a:t>than</a:t>
            </a:r>
            <a:r>
              <a:rPr spc="-15"/>
              <a:t> </a:t>
            </a:r>
            <a:r>
              <a:t>a</a:t>
            </a:r>
            <a:r>
              <a:rPr spc="-45"/>
              <a:t> </a:t>
            </a:r>
            <a:r>
              <a:t>normal</a:t>
            </a:r>
            <a:r>
              <a:rPr spc="-65"/>
              <a:t> </a:t>
            </a:r>
            <a:r>
              <a:t>conversation.</a:t>
            </a:r>
            <a:r>
              <a:rPr spc="-15"/>
              <a:t> </a:t>
            </a:r>
            <a:r>
              <a:t>Nighttime</a:t>
            </a:r>
            <a:r>
              <a:rPr spc="9"/>
              <a:t> </a:t>
            </a:r>
            <a:r>
              <a:rPr spc="-9"/>
              <a:t>quiet </a:t>
            </a:r>
            <a:r>
              <a:t>matters</a:t>
            </a:r>
            <a:r>
              <a:rPr spc="-15"/>
              <a:t> </a:t>
            </a:r>
            <a:r>
              <a:t>for</a:t>
            </a:r>
            <a:r>
              <a:rPr spc="35"/>
              <a:t> </a:t>
            </a:r>
            <a:r>
              <a:rPr spc="-9"/>
              <a:t>sleep</a:t>
            </a:r>
            <a:r>
              <a:rPr spc="-4"/>
              <a:t> </a:t>
            </a:r>
            <a:r>
              <a:t>and</a:t>
            </a:r>
            <a:r>
              <a:rPr spc="-9"/>
              <a:t> health.</a:t>
            </a:r>
          </a:p>
        </p:txBody>
      </p:sp>
      <p:grpSp>
        <p:nvGrpSpPr>
          <p:cNvPr id="309" name="object 19"/>
          <p:cNvGrpSpPr/>
          <p:nvPr/>
        </p:nvGrpSpPr>
        <p:grpSpPr>
          <a:xfrm>
            <a:off x="4562474" y="1609597"/>
            <a:ext cx="4214879" cy="1643128"/>
            <a:chOff x="0" y="0"/>
            <a:chExt cx="4214877" cy="1643127"/>
          </a:xfrm>
        </p:grpSpPr>
        <p:pic>
          <p:nvPicPr>
            <p:cNvPr id="300" name="object 20" descr="object 20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0"/>
              <a:ext cx="4214879" cy="164312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01" name="object 21"/>
            <p:cNvSpPr/>
            <p:nvPr/>
          </p:nvSpPr>
          <p:spPr>
            <a:xfrm>
              <a:off x="147700" y="147827"/>
              <a:ext cx="3981453" cy="135255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02" name="object 22"/>
            <p:cNvSpPr/>
            <p:nvPr/>
          </p:nvSpPr>
          <p:spPr>
            <a:xfrm>
              <a:off x="147700" y="90677"/>
              <a:ext cx="3981453" cy="1409703"/>
            </a:xfrm>
            <a:prstGeom prst="rect">
              <a:avLst/>
            </a:prstGeom>
            <a:noFill/>
            <a:ln w="12700" cap="flat">
              <a:solidFill>
                <a:srgbClr val="E4E7EB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03" name="object 23"/>
            <p:cNvSpPr/>
            <p:nvPr/>
          </p:nvSpPr>
          <p:spPr>
            <a:xfrm>
              <a:off x="147700" y="90677"/>
              <a:ext cx="3981453" cy="57152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04" name="object 24"/>
            <p:cNvSpPr/>
            <p:nvPr/>
          </p:nvSpPr>
          <p:spPr>
            <a:xfrm>
              <a:off x="147700" y="90677"/>
              <a:ext cx="3981453" cy="57152"/>
            </a:xfrm>
            <a:prstGeom prst="rect">
              <a:avLst/>
            </a:pr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05" name="object 25"/>
            <p:cNvSpPr/>
            <p:nvPr/>
          </p:nvSpPr>
          <p:spPr>
            <a:xfrm>
              <a:off x="290575" y="566927"/>
              <a:ext cx="1828802" cy="333377"/>
            </a:xfrm>
            <a:prstGeom prst="rect">
              <a:avLst/>
            </a:prstGeom>
            <a:solidFill>
              <a:srgbClr val="2DCC4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06" name="object 26"/>
            <p:cNvSpPr/>
            <p:nvPr/>
          </p:nvSpPr>
          <p:spPr>
            <a:xfrm>
              <a:off x="290575" y="566927"/>
              <a:ext cx="1828802" cy="333377"/>
            </a:xfrm>
            <a:prstGeom prst="rect">
              <a:avLst/>
            </a:prstGeom>
            <a:noFill/>
            <a:ln w="12700" cap="flat">
              <a:solidFill>
                <a:srgbClr val="2DCC4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07" name="object 27"/>
            <p:cNvSpPr/>
            <p:nvPr/>
          </p:nvSpPr>
          <p:spPr>
            <a:xfrm>
              <a:off x="2186051" y="566927"/>
              <a:ext cx="1809752" cy="333377"/>
            </a:xfrm>
            <a:prstGeom prst="rect">
              <a:avLst/>
            </a:prstGeom>
            <a:solidFill>
              <a:srgbClr val="8A1A1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08" name="object 28"/>
            <p:cNvSpPr/>
            <p:nvPr/>
          </p:nvSpPr>
          <p:spPr>
            <a:xfrm>
              <a:off x="2186051" y="566927"/>
              <a:ext cx="1809752" cy="333377"/>
            </a:xfrm>
            <a:prstGeom prst="rect">
              <a:avLst/>
            </a:prstGeom>
            <a:noFill/>
            <a:ln w="12700" cap="flat">
              <a:solidFill>
                <a:srgbClr val="8A1A1A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310" name="object 29"/>
          <p:cNvSpPr txBox="1"/>
          <p:nvPr/>
        </p:nvSpPr>
        <p:spPr>
          <a:xfrm>
            <a:off x="4851400" y="1833179"/>
            <a:ext cx="3330575" cy="10966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100"/>
              </a:spcBef>
              <a:defRPr b="1" sz="1400">
                <a:solidFill>
                  <a:srgbClr val="1B433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Any</a:t>
            </a:r>
            <a:r>
              <a:rPr spc="-35"/>
              <a:t> </a:t>
            </a:r>
            <a:r>
              <a:t>time</a:t>
            </a:r>
            <a:r>
              <a:rPr spc="-5"/>
              <a:t> </a:t>
            </a:r>
            <a:r>
              <a:t>of</a:t>
            </a:r>
            <a:r>
              <a:rPr spc="-35"/>
              <a:t> </a:t>
            </a:r>
            <a:r>
              <a:rPr spc="-25"/>
              <a:t>day</a:t>
            </a:r>
          </a:p>
          <a:p>
            <a:pPr indent="503555">
              <a:spcBef>
                <a:spcPts val="1600"/>
              </a:spcBef>
              <a:tabLst>
                <a:tab pos="2298700" algn="l"/>
              </a:tabLst>
              <a:defRPr b="1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OK</a:t>
            </a:r>
            <a:r>
              <a:rPr spc="245"/>
              <a:t> </a:t>
            </a:r>
            <a:r>
              <a:t>0</a:t>
            </a:r>
            <a:r>
              <a:rPr spc="-4"/>
              <a:t> </a:t>
            </a:r>
            <a:r>
              <a:t>to</a:t>
            </a:r>
            <a:r>
              <a:rPr spc="-35"/>
              <a:t> </a:t>
            </a:r>
            <a:r>
              <a:t>70</a:t>
            </a:r>
            <a:r>
              <a:rPr spc="-9"/>
              <a:t> </a:t>
            </a:r>
            <a:r>
              <a:rPr spc="-25"/>
              <a:t>dB</a:t>
            </a:r>
            <a:r>
              <a:t>	Too</a:t>
            </a:r>
            <a:r>
              <a:rPr spc="-25"/>
              <a:t> </a:t>
            </a:r>
            <a:r>
              <a:t>Loud</a:t>
            </a:r>
            <a:r>
              <a:rPr spc="285"/>
              <a:t> </a:t>
            </a:r>
            <a:r>
              <a:rPr spc="-9"/>
              <a:t>70+</a:t>
            </a:r>
            <a:r>
              <a:rPr spc="-55"/>
              <a:t> </a:t>
            </a:r>
            <a:r>
              <a:rPr spc="-25"/>
              <a:t>dB</a:t>
            </a:r>
            <a:endParaRPr sz="1100"/>
          </a:p>
          <a:p>
            <a:pPr>
              <a:spcBef>
                <a:spcPts val="200"/>
              </a:spcBef>
              <a:defRPr sz="11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R="5080" indent="90805">
              <a:lnSpc>
                <a:spcPts val="1200"/>
              </a:lnSpc>
              <a:defRPr sz="11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70</a:t>
            </a:r>
            <a:r>
              <a:rPr spc="-60"/>
              <a:t> </a:t>
            </a:r>
            <a:r>
              <a:t>dB</a:t>
            </a:r>
            <a:r>
              <a:rPr spc="-19"/>
              <a:t> </a:t>
            </a:r>
            <a:r>
              <a:t>is about</a:t>
            </a:r>
            <a:r>
              <a:rPr spc="-15"/>
              <a:t> </a:t>
            </a:r>
            <a:r>
              <a:t>as loud as a</a:t>
            </a:r>
            <a:r>
              <a:rPr spc="-25"/>
              <a:t> </a:t>
            </a:r>
            <a:r>
              <a:t>vacuum</a:t>
            </a:r>
            <a:r>
              <a:rPr spc="-4"/>
              <a:t> </a:t>
            </a:r>
            <a:r>
              <a:t>cleaner.</a:t>
            </a:r>
            <a:r>
              <a:rPr spc="9"/>
              <a:t> </a:t>
            </a:r>
            <a:r>
              <a:t>Above</a:t>
            </a:r>
            <a:r>
              <a:rPr spc="-45"/>
              <a:t> </a:t>
            </a:r>
            <a:r>
              <a:t>that</a:t>
            </a:r>
            <a:r>
              <a:rPr spc="-15"/>
              <a:t> </a:t>
            </a:r>
            <a:r>
              <a:rPr spc="-25"/>
              <a:t>is </a:t>
            </a:r>
            <a:r>
              <a:t>against</a:t>
            </a:r>
            <a:r>
              <a:rPr spc="-35"/>
              <a:t> </a:t>
            </a:r>
            <a:r>
              <a:t>Boston</a:t>
            </a:r>
            <a:r>
              <a:rPr spc="-15"/>
              <a:t> </a:t>
            </a:r>
            <a:r>
              <a:t>city</a:t>
            </a:r>
            <a:r>
              <a:rPr spc="-19"/>
              <a:t> </a:t>
            </a:r>
            <a:r>
              <a:rPr spc="-9"/>
              <a:t>rules.</a:t>
            </a:r>
          </a:p>
        </p:txBody>
      </p:sp>
      <p:sp>
        <p:nvSpPr>
          <p:cNvPr id="311" name="object 30"/>
          <p:cNvSpPr txBox="1"/>
          <p:nvPr/>
        </p:nvSpPr>
        <p:spPr>
          <a:xfrm>
            <a:off x="445134" y="3297489"/>
            <a:ext cx="2351405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b="1" sz="1200">
                <a:solidFill>
                  <a:srgbClr val="1B433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For</a:t>
            </a:r>
            <a:r>
              <a:rPr spc="45"/>
              <a:t> </a:t>
            </a:r>
            <a:r>
              <a:t>reference:</a:t>
            </a:r>
            <a:r>
              <a:rPr spc="75"/>
              <a:t> </a:t>
            </a:r>
            <a:r>
              <a:t>how</a:t>
            </a:r>
            <a:r>
              <a:rPr spc="-5"/>
              <a:t> </a:t>
            </a:r>
            <a:r>
              <a:t>loud</a:t>
            </a:r>
            <a:r>
              <a:rPr spc="125"/>
              <a:t> </a:t>
            </a:r>
            <a:r>
              <a:t>is</a:t>
            </a:r>
            <a:r>
              <a:rPr spc="70"/>
              <a:t> </a:t>
            </a:r>
            <a:r>
              <a:rPr spc="-20"/>
              <a:t>that?</a:t>
            </a:r>
          </a:p>
        </p:txBody>
      </p:sp>
      <p:grpSp>
        <p:nvGrpSpPr>
          <p:cNvPr id="317" name="object 31"/>
          <p:cNvGrpSpPr/>
          <p:nvPr/>
        </p:nvGrpSpPr>
        <p:grpSpPr>
          <a:xfrm>
            <a:off x="314325" y="3552825"/>
            <a:ext cx="1805053" cy="1147764"/>
            <a:chOff x="0" y="0"/>
            <a:chExt cx="1805052" cy="1147763"/>
          </a:xfrm>
        </p:grpSpPr>
        <p:pic>
          <p:nvPicPr>
            <p:cNvPr id="312" name="object 32" descr="object 32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1805053" cy="11477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13" name="object 33"/>
            <p:cNvSpPr/>
            <p:nvPr/>
          </p:nvSpPr>
          <p:spPr>
            <a:xfrm>
              <a:off x="147636" y="147700"/>
              <a:ext cx="1571627" cy="85718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14" name="object 34"/>
            <p:cNvSpPr/>
            <p:nvPr/>
          </p:nvSpPr>
          <p:spPr>
            <a:xfrm>
              <a:off x="147636" y="90487"/>
              <a:ext cx="1571627" cy="914402"/>
            </a:xfrm>
            <a:prstGeom prst="rect">
              <a:avLst/>
            </a:prstGeom>
            <a:noFill/>
            <a:ln w="12700" cap="flat">
              <a:solidFill>
                <a:srgbClr val="E4E7EB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15" name="object 35"/>
            <p:cNvSpPr/>
            <p:nvPr/>
          </p:nvSpPr>
          <p:spPr>
            <a:xfrm>
              <a:off x="147636" y="90551"/>
              <a:ext cx="1571627" cy="57152"/>
            </a:xfrm>
            <a:prstGeom prst="rect">
              <a:avLst/>
            </a:prstGeom>
            <a:solidFill>
              <a:srgbClr val="2DCC4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16" name="object 36"/>
            <p:cNvSpPr/>
            <p:nvPr/>
          </p:nvSpPr>
          <p:spPr>
            <a:xfrm>
              <a:off x="147636" y="90551"/>
              <a:ext cx="1571627" cy="57152"/>
            </a:xfrm>
            <a:prstGeom prst="rect">
              <a:avLst/>
            </a:prstGeom>
            <a:noFill/>
            <a:ln w="12700" cap="flat">
              <a:solidFill>
                <a:srgbClr val="2DCC4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318" name="object 37"/>
          <p:cNvSpPr txBox="1"/>
          <p:nvPr/>
        </p:nvSpPr>
        <p:spPr>
          <a:xfrm>
            <a:off x="468311" y="3756976"/>
            <a:ext cx="1558928" cy="546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100"/>
              </a:spcBef>
              <a:defRPr sz="1700">
                <a:solidFill>
                  <a:srgbClr val="2DCC4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30</a:t>
            </a:r>
            <a:r>
              <a:rPr spc="-40"/>
              <a:t> </a:t>
            </a:r>
            <a:r>
              <a:rPr spc="-25"/>
              <a:t>dB</a:t>
            </a:r>
          </a:p>
          <a:p>
            <a:pPr algn="ctr">
              <a:spcBef>
                <a:spcPts val="1400"/>
              </a:spcBef>
              <a:defRPr spc="-10" sz="9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Whisper</a:t>
            </a:r>
          </a:p>
        </p:txBody>
      </p:sp>
      <p:grpSp>
        <p:nvGrpSpPr>
          <p:cNvPr id="324" name="object 38"/>
          <p:cNvGrpSpPr/>
          <p:nvPr/>
        </p:nvGrpSpPr>
        <p:grpSpPr>
          <a:xfrm>
            <a:off x="2028825" y="3552825"/>
            <a:ext cx="1814578" cy="1147764"/>
            <a:chOff x="0" y="0"/>
            <a:chExt cx="1814577" cy="1147763"/>
          </a:xfrm>
        </p:grpSpPr>
        <p:pic>
          <p:nvPicPr>
            <p:cNvPr id="319" name="object 39" descr="object 39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1814578" cy="11477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0" name="object 40"/>
            <p:cNvSpPr/>
            <p:nvPr/>
          </p:nvSpPr>
          <p:spPr>
            <a:xfrm>
              <a:off x="147700" y="147700"/>
              <a:ext cx="1581152" cy="85718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21" name="object 41"/>
            <p:cNvSpPr/>
            <p:nvPr/>
          </p:nvSpPr>
          <p:spPr>
            <a:xfrm>
              <a:off x="147700" y="90487"/>
              <a:ext cx="1581152" cy="914402"/>
            </a:xfrm>
            <a:prstGeom prst="rect">
              <a:avLst/>
            </a:prstGeom>
            <a:noFill/>
            <a:ln w="12700" cap="flat">
              <a:solidFill>
                <a:srgbClr val="E4E7EB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22" name="object 42"/>
            <p:cNvSpPr/>
            <p:nvPr/>
          </p:nvSpPr>
          <p:spPr>
            <a:xfrm>
              <a:off x="147700" y="90551"/>
              <a:ext cx="1581152" cy="57152"/>
            </a:xfrm>
            <a:prstGeom prst="rect">
              <a:avLst/>
            </a:prstGeom>
            <a:solidFill>
              <a:srgbClr val="2DCC4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23" name="object 43"/>
            <p:cNvSpPr/>
            <p:nvPr/>
          </p:nvSpPr>
          <p:spPr>
            <a:xfrm>
              <a:off x="147700" y="90551"/>
              <a:ext cx="1581152" cy="57152"/>
            </a:xfrm>
            <a:prstGeom prst="rect">
              <a:avLst/>
            </a:prstGeom>
            <a:noFill/>
            <a:ln w="12700" cap="flat">
              <a:solidFill>
                <a:srgbClr val="2DCC4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325" name="object 44"/>
          <p:cNvSpPr txBox="1"/>
          <p:nvPr/>
        </p:nvSpPr>
        <p:spPr>
          <a:xfrm>
            <a:off x="2182876" y="3756976"/>
            <a:ext cx="1568452" cy="546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100"/>
              </a:spcBef>
              <a:defRPr sz="1700">
                <a:solidFill>
                  <a:srgbClr val="2DCC40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50</a:t>
            </a:r>
            <a:r>
              <a:rPr spc="-40"/>
              <a:t> </a:t>
            </a:r>
            <a:r>
              <a:rPr spc="-25"/>
              <a:t>dB</a:t>
            </a:r>
          </a:p>
          <a:p>
            <a:pPr marR="635" algn="ctr">
              <a:spcBef>
                <a:spcPts val="1400"/>
              </a:spcBef>
              <a:defRPr sz="9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Quiet</a:t>
            </a:r>
            <a:r>
              <a:rPr spc="95"/>
              <a:t> </a:t>
            </a:r>
            <a:r>
              <a:rPr spc="-10"/>
              <a:t>conversation</a:t>
            </a:r>
          </a:p>
        </p:txBody>
      </p:sp>
      <p:grpSp>
        <p:nvGrpSpPr>
          <p:cNvPr id="331" name="object 45"/>
          <p:cNvGrpSpPr/>
          <p:nvPr/>
        </p:nvGrpSpPr>
        <p:grpSpPr>
          <a:xfrm>
            <a:off x="3752850" y="3552825"/>
            <a:ext cx="1805053" cy="1147764"/>
            <a:chOff x="0" y="0"/>
            <a:chExt cx="1805052" cy="1147763"/>
          </a:xfrm>
        </p:grpSpPr>
        <p:pic>
          <p:nvPicPr>
            <p:cNvPr id="326" name="object 46" descr="object 46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1805053" cy="11477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27" name="object 47"/>
            <p:cNvSpPr/>
            <p:nvPr/>
          </p:nvSpPr>
          <p:spPr>
            <a:xfrm>
              <a:off x="147700" y="147700"/>
              <a:ext cx="1571627" cy="85718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28" name="object 48"/>
            <p:cNvSpPr/>
            <p:nvPr/>
          </p:nvSpPr>
          <p:spPr>
            <a:xfrm>
              <a:off x="147700" y="90487"/>
              <a:ext cx="1571627" cy="914402"/>
            </a:xfrm>
            <a:prstGeom prst="rect">
              <a:avLst/>
            </a:prstGeom>
            <a:noFill/>
            <a:ln w="12700" cap="flat">
              <a:solidFill>
                <a:srgbClr val="E4E7EB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29" name="object 49"/>
            <p:cNvSpPr/>
            <p:nvPr/>
          </p:nvSpPr>
          <p:spPr>
            <a:xfrm>
              <a:off x="147700" y="90551"/>
              <a:ext cx="1571627" cy="57152"/>
            </a:xfrm>
            <a:prstGeom prst="rect">
              <a:avLst/>
            </a:prstGeom>
            <a:solidFill>
              <a:srgbClr val="E67D2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30" name="object 50"/>
            <p:cNvSpPr/>
            <p:nvPr/>
          </p:nvSpPr>
          <p:spPr>
            <a:xfrm>
              <a:off x="147700" y="90551"/>
              <a:ext cx="1571627" cy="57152"/>
            </a:xfrm>
            <a:prstGeom prst="rect">
              <a:avLst/>
            </a:prstGeom>
            <a:noFill/>
            <a:ln w="12700" cap="flat">
              <a:solidFill>
                <a:srgbClr val="E67D2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332" name="object 51"/>
          <p:cNvSpPr txBox="1"/>
          <p:nvPr/>
        </p:nvSpPr>
        <p:spPr>
          <a:xfrm>
            <a:off x="3906901" y="3756976"/>
            <a:ext cx="1558927" cy="546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" algn="ctr">
              <a:spcBef>
                <a:spcPts val="100"/>
              </a:spcBef>
              <a:defRPr sz="1700">
                <a:solidFill>
                  <a:srgbClr val="E67D21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70</a:t>
            </a:r>
            <a:r>
              <a:rPr spc="-40"/>
              <a:t> </a:t>
            </a:r>
            <a:r>
              <a:rPr spc="-25"/>
              <a:t>dB</a:t>
            </a:r>
          </a:p>
          <a:p>
            <a:pPr indent="1270" algn="ctr">
              <a:spcBef>
                <a:spcPts val="1400"/>
              </a:spcBef>
              <a:defRPr sz="9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Vacuum</a:t>
            </a:r>
            <a:r>
              <a:rPr spc="130"/>
              <a:t> </a:t>
            </a:r>
            <a:r>
              <a:rPr spc="-10"/>
              <a:t>cleaner</a:t>
            </a:r>
          </a:p>
        </p:txBody>
      </p:sp>
      <p:grpSp>
        <p:nvGrpSpPr>
          <p:cNvPr id="338" name="object 52"/>
          <p:cNvGrpSpPr/>
          <p:nvPr/>
        </p:nvGrpSpPr>
        <p:grpSpPr>
          <a:xfrm>
            <a:off x="5467350" y="3552825"/>
            <a:ext cx="1814578" cy="1147764"/>
            <a:chOff x="0" y="0"/>
            <a:chExt cx="1814577" cy="1147763"/>
          </a:xfrm>
        </p:grpSpPr>
        <p:pic>
          <p:nvPicPr>
            <p:cNvPr id="333" name="object 53" descr="object 53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1814578" cy="11477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34" name="object 54"/>
            <p:cNvSpPr/>
            <p:nvPr/>
          </p:nvSpPr>
          <p:spPr>
            <a:xfrm>
              <a:off x="147700" y="147700"/>
              <a:ext cx="1581152" cy="85718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35" name="object 55"/>
            <p:cNvSpPr/>
            <p:nvPr/>
          </p:nvSpPr>
          <p:spPr>
            <a:xfrm>
              <a:off x="147700" y="90487"/>
              <a:ext cx="1581152" cy="914402"/>
            </a:xfrm>
            <a:prstGeom prst="rect">
              <a:avLst/>
            </a:prstGeom>
            <a:noFill/>
            <a:ln w="12700" cap="flat">
              <a:solidFill>
                <a:srgbClr val="E4E7EB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36" name="object 56"/>
            <p:cNvSpPr/>
            <p:nvPr/>
          </p:nvSpPr>
          <p:spPr>
            <a:xfrm>
              <a:off x="147700" y="90551"/>
              <a:ext cx="1581152" cy="57152"/>
            </a:xfrm>
            <a:prstGeom prst="rect">
              <a:avLst/>
            </a:prstGeom>
            <a:solidFill>
              <a:srgbClr val="E74B3B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37" name="object 57"/>
            <p:cNvSpPr/>
            <p:nvPr/>
          </p:nvSpPr>
          <p:spPr>
            <a:xfrm>
              <a:off x="147700" y="90551"/>
              <a:ext cx="1581152" cy="57152"/>
            </a:xfrm>
            <a:prstGeom prst="rect">
              <a:avLst/>
            </a:prstGeom>
            <a:noFill/>
            <a:ln w="12700" cap="flat">
              <a:solidFill>
                <a:srgbClr val="E74B3B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339" name="object 58"/>
          <p:cNvSpPr txBox="1"/>
          <p:nvPr/>
        </p:nvSpPr>
        <p:spPr>
          <a:xfrm>
            <a:off x="5621401" y="3756976"/>
            <a:ext cx="1568452" cy="546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513080">
              <a:spcBef>
                <a:spcPts val="100"/>
              </a:spcBef>
              <a:defRPr sz="1700">
                <a:solidFill>
                  <a:srgbClr val="E74B3B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85</a:t>
            </a:r>
            <a:r>
              <a:rPr spc="-40"/>
              <a:t> </a:t>
            </a:r>
            <a:r>
              <a:rPr spc="-25"/>
              <a:t>dB</a:t>
            </a:r>
          </a:p>
          <a:p>
            <a:pPr indent="452119">
              <a:spcBef>
                <a:spcPts val="1400"/>
              </a:spcBef>
              <a:defRPr sz="9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Lawn</a:t>
            </a:r>
            <a:r>
              <a:rPr spc="135"/>
              <a:t> </a:t>
            </a:r>
            <a:r>
              <a:rPr spc="-10"/>
              <a:t>mower</a:t>
            </a:r>
          </a:p>
        </p:txBody>
      </p:sp>
      <p:grpSp>
        <p:nvGrpSpPr>
          <p:cNvPr id="345" name="object 59"/>
          <p:cNvGrpSpPr/>
          <p:nvPr/>
        </p:nvGrpSpPr>
        <p:grpSpPr>
          <a:xfrm>
            <a:off x="7191375" y="3552825"/>
            <a:ext cx="1805053" cy="1147764"/>
            <a:chOff x="0" y="0"/>
            <a:chExt cx="1805052" cy="1147763"/>
          </a:xfrm>
        </p:grpSpPr>
        <p:pic>
          <p:nvPicPr>
            <p:cNvPr id="340" name="object 60" descr="object 60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1805053" cy="114776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41" name="object 61"/>
            <p:cNvSpPr/>
            <p:nvPr/>
          </p:nvSpPr>
          <p:spPr>
            <a:xfrm>
              <a:off x="147700" y="147700"/>
              <a:ext cx="1571627" cy="857189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42" name="object 62"/>
            <p:cNvSpPr/>
            <p:nvPr/>
          </p:nvSpPr>
          <p:spPr>
            <a:xfrm>
              <a:off x="147700" y="90487"/>
              <a:ext cx="1571627" cy="914402"/>
            </a:xfrm>
            <a:prstGeom prst="rect">
              <a:avLst/>
            </a:prstGeom>
            <a:noFill/>
            <a:ln w="12700" cap="flat">
              <a:solidFill>
                <a:srgbClr val="E4E7EB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43" name="object 63"/>
            <p:cNvSpPr/>
            <p:nvPr/>
          </p:nvSpPr>
          <p:spPr>
            <a:xfrm>
              <a:off x="147700" y="90551"/>
              <a:ext cx="1571627" cy="57152"/>
            </a:xfrm>
            <a:prstGeom prst="rect">
              <a:avLst/>
            </a:prstGeom>
            <a:solidFill>
              <a:srgbClr val="8A1A1A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44" name="object 64"/>
            <p:cNvSpPr/>
            <p:nvPr/>
          </p:nvSpPr>
          <p:spPr>
            <a:xfrm>
              <a:off x="147700" y="90551"/>
              <a:ext cx="1571627" cy="57152"/>
            </a:xfrm>
            <a:prstGeom prst="rect">
              <a:avLst/>
            </a:prstGeom>
            <a:noFill/>
            <a:ln w="12700" cap="flat">
              <a:solidFill>
                <a:srgbClr val="8A1A1A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346" name="object 65"/>
          <p:cNvSpPr txBox="1"/>
          <p:nvPr/>
        </p:nvSpPr>
        <p:spPr>
          <a:xfrm>
            <a:off x="7345426" y="3756976"/>
            <a:ext cx="1558927" cy="546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3970" algn="ctr">
              <a:spcBef>
                <a:spcPts val="100"/>
              </a:spcBef>
              <a:defRPr sz="1700">
                <a:solidFill>
                  <a:srgbClr val="8A1A1A"/>
                </a:solidFill>
                <a:latin typeface="Cambria"/>
                <a:ea typeface="Cambria"/>
                <a:cs typeface="Cambria"/>
                <a:sym typeface="Cambria"/>
              </a:defRPr>
            </a:pPr>
            <a:r>
              <a:t>100</a:t>
            </a:r>
            <a:r>
              <a:rPr spc="5"/>
              <a:t> </a:t>
            </a:r>
            <a:r>
              <a:rPr spc="-25"/>
              <a:t>dB</a:t>
            </a:r>
          </a:p>
          <a:p>
            <a:pPr indent="2540" algn="ctr">
              <a:spcBef>
                <a:spcPts val="1400"/>
              </a:spcBef>
              <a:defRPr spc="10" sz="9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Jackhammer</a:t>
            </a:r>
            <a:r>
              <a:rPr spc="20"/>
              <a:t> </a:t>
            </a:r>
            <a:r>
              <a:t>or</a:t>
            </a:r>
            <a:r>
              <a:rPr spc="125"/>
              <a:t> </a:t>
            </a:r>
            <a:r>
              <a:rPr spc="-10"/>
              <a:t>subway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object 57"/>
          <p:cNvSpPr txBox="1"/>
          <p:nvPr/>
        </p:nvSpPr>
        <p:spPr>
          <a:xfrm>
            <a:off x="353376" y="4923240"/>
            <a:ext cx="13973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10" sz="900">
                <a:solidFill>
                  <a:srgbClr val="74C59D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commonsensesproject.org</a:t>
            </a:r>
          </a:p>
        </p:txBody>
      </p:sp>
      <p:sp>
        <p:nvSpPr>
          <p:cNvPr id="349" name="object 2"/>
          <p:cNvSpPr txBox="1"/>
          <p:nvPr/>
        </p:nvSpPr>
        <p:spPr>
          <a:xfrm>
            <a:off x="4761" y="4824"/>
            <a:ext cx="638178" cy="169565"/>
          </a:xfrm>
          <a:prstGeom prst="rect">
            <a:avLst/>
          </a:prstGeom>
          <a:ln w="12700">
            <a:solidFill>
              <a:srgbClr val="1B433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100"/>
              </a:spcBef>
              <a:defRPr b="1" spc="-25" sz="1200">
                <a:solidFill>
                  <a:srgbClr val="E9A84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07</a:t>
            </a:r>
          </a:p>
        </p:txBody>
      </p:sp>
      <p:sp>
        <p:nvSpPr>
          <p:cNvPr id="350" name="object 3"/>
          <p:cNvSpPr txBox="1"/>
          <p:nvPr>
            <p:ph type="title"/>
          </p:nvPr>
        </p:nvSpPr>
        <p:spPr>
          <a:xfrm>
            <a:off x="811211" y="205992"/>
            <a:ext cx="6207128" cy="483872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</a:pPr>
            <a:r>
              <a:t>Sensors</a:t>
            </a:r>
            <a:r>
              <a:rPr spc="-100"/>
              <a:t> </a:t>
            </a:r>
            <a:r>
              <a:t>on</a:t>
            </a:r>
            <a:r>
              <a:rPr spc="-100"/>
              <a:t> </a:t>
            </a:r>
            <a:r>
              <a:t>your</a:t>
            </a:r>
            <a:r>
              <a:rPr spc="-100"/>
              <a:t> map</a:t>
            </a:r>
          </a:p>
        </p:txBody>
      </p:sp>
      <p:grpSp>
        <p:nvGrpSpPr>
          <p:cNvPr id="359" name="object 4"/>
          <p:cNvGrpSpPr/>
          <p:nvPr/>
        </p:nvGrpSpPr>
        <p:grpSpPr>
          <a:xfrm>
            <a:off x="4762" y="1323910"/>
            <a:ext cx="9139239" cy="3819590"/>
            <a:chOff x="0" y="0"/>
            <a:chExt cx="9139237" cy="3819589"/>
          </a:xfrm>
        </p:grpSpPr>
        <p:sp>
          <p:nvSpPr>
            <p:cNvPr id="351" name="object 5"/>
            <p:cNvSpPr/>
            <p:nvPr/>
          </p:nvSpPr>
          <p:spPr>
            <a:xfrm>
              <a:off x="-1" y="3576701"/>
              <a:ext cx="9139239" cy="242889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52" name="object 6"/>
            <p:cNvSpPr/>
            <p:nvPr/>
          </p:nvSpPr>
          <p:spPr>
            <a:xfrm>
              <a:off x="-1" y="3576701"/>
              <a:ext cx="9139239" cy="2428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pic>
          <p:nvPicPr>
            <p:cNvPr id="353" name="object 7" descr="object 7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300035" y="0"/>
              <a:ext cx="5272154" cy="35290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54" name="object 8"/>
            <p:cNvSpPr/>
            <p:nvPr/>
          </p:nvSpPr>
          <p:spPr>
            <a:xfrm>
              <a:off x="452436" y="95314"/>
              <a:ext cx="5029203" cy="3286127"/>
            </a:xfrm>
            <a:prstGeom prst="rect">
              <a:avLst/>
            </a:prstGeom>
            <a:solidFill>
              <a:srgbClr val="E8F5E9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55" name="object 9"/>
            <p:cNvSpPr/>
            <p:nvPr/>
          </p:nvSpPr>
          <p:spPr>
            <a:xfrm>
              <a:off x="452436" y="95314"/>
              <a:ext cx="5029203" cy="3286127"/>
            </a:xfrm>
            <a:prstGeom prst="rect">
              <a:avLst/>
            </a:prstGeom>
            <a:noFill/>
            <a:ln w="19050" cap="flat">
              <a:solidFill>
                <a:srgbClr val="A4D5A7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56" name="object 10"/>
            <p:cNvSpPr/>
            <p:nvPr/>
          </p:nvSpPr>
          <p:spPr>
            <a:xfrm>
              <a:off x="814386" y="1324039"/>
              <a:ext cx="4305303" cy="1"/>
            </a:xfrm>
            <a:prstGeom prst="line">
              <a:avLst/>
            </a:prstGeom>
            <a:noFill/>
            <a:ln w="38100" cap="flat">
              <a:solidFill>
                <a:srgbClr val="BCBCB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57" name="object 11"/>
            <p:cNvSpPr/>
            <p:nvPr/>
          </p:nvSpPr>
          <p:spPr>
            <a:xfrm flipH="1">
              <a:off x="2609911" y="100140"/>
              <a:ext cx="3" cy="3286063"/>
            </a:xfrm>
            <a:prstGeom prst="line">
              <a:avLst/>
            </a:prstGeom>
            <a:noFill/>
            <a:ln w="25400" cap="flat">
              <a:solidFill>
                <a:srgbClr val="BCBCBC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  <p:sp>
          <p:nvSpPr>
            <p:cNvPr id="358" name="object 12"/>
            <p:cNvSpPr/>
            <p:nvPr/>
          </p:nvSpPr>
          <p:spPr>
            <a:xfrm>
              <a:off x="452436" y="2428939"/>
              <a:ext cx="5029203" cy="1"/>
            </a:xfrm>
            <a:prstGeom prst="line">
              <a:avLst/>
            </a:prstGeom>
            <a:noFill/>
            <a:ln w="19050" cap="flat">
              <a:solidFill>
                <a:srgbClr val="DFDFD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/>
            </a:p>
          </p:txBody>
        </p:sp>
      </p:grpSp>
      <p:sp>
        <p:nvSpPr>
          <p:cNvPr id="360" name="object 13"/>
          <p:cNvSpPr txBox="1"/>
          <p:nvPr/>
        </p:nvSpPr>
        <p:spPr>
          <a:xfrm>
            <a:off x="536575" y="953706"/>
            <a:ext cx="6575425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4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Every</a:t>
            </a:r>
            <a:r>
              <a:rPr spc="-5"/>
              <a:t> </a:t>
            </a:r>
            <a:r>
              <a:t>sensor</a:t>
            </a:r>
            <a:r>
              <a:rPr spc="-5"/>
              <a:t> </a:t>
            </a:r>
            <a:r>
              <a:t>has</a:t>
            </a:r>
            <a:r>
              <a:rPr spc="-60"/>
              <a:t> </a:t>
            </a:r>
            <a:r>
              <a:t>a</a:t>
            </a:r>
            <a:r>
              <a:rPr spc="-40"/>
              <a:t> </a:t>
            </a:r>
            <a:r>
              <a:t>dot</a:t>
            </a:r>
            <a:r>
              <a:rPr spc="15"/>
              <a:t> </a:t>
            </a:r>
            <a:r>
              <a:t>on</a:t>
            </a:r>
            <a:r>
              <a:rPr spc="-30"/>
              <a:t> </a:t>
            </a:r>
            <a:r>
              <a:t>the</a:t>
            </a:r>
            <a:r>
              <a:rPr spc="-65"/>
              <a:t> </a:t>
            </a:r>
            <a:r>
              <a:t>map.</a:t>
            </a:r>
            <a:r>
              <a:rPr spc="-15"/>
              <a:t> </a:t>
            </a:r>
            <a:r>
              <a:t>Click</a:t>
            </a:r>
            <a:r>
              <a:rPr spc="-10"/>
              <a:t> </a:t>
            </a:r>
            <a:r>
              <a:t>or</a:t>
            </a:r>
            <a:r>
              <a:rPr spc="-80"/>
              <a:t> </a:t>
            </a:r>
            <a:r>
              <a:t>tap</a:t>
            </a:r>
            <a:r>
              <a:rPr spc="-30"/>
              <a:t> </a:t>
            </a:r>
            <a:r>
              <a:t>it</a:t>
            </a:r>
            <a:r>
              <a:rPr spc="-60"/>
              <a:t> </a:t>
            </a:r>
            <a:r>
              <a:t>to</a:t>
            </a:r>
            <a:r>
              <a:rPr spc="-30"/>
              <a:t> </a:t>
            </a:r>
            <a:r>
              <a:t>see</a:t>
            </a:r>
            <a:r>
              <a:rPr spc="10"/>
              <a:t> </a:t>
            </a:r>
            <a:r>
              <a:rPr spc="-10"/>
              <a:t>exactly</a:t>
            </a:r>
            <a:r>
              <a:t> what</a:t>
            </a:r>
            <a:r>
              <a:rPr spc="-60"/>
              <a:t> </a:t>
            </a:r>
            <a:r>
              <a:t>it's</a:t>
            </a:r>
            <a:r>
              <a:rPr spc="-60"/>
              <a:t> </a:t>
            </a:r>
            <a:r>
              <a:t>reading</a:t>
            </a:r>
            <a:r>
              <a:rPr spc="-25"/>
              <a:t> </a:t>
            </a:r>
            <a:r>
              <a:t>right</a:t>
            </a:r>
            <a:r>
              <a:rPr spc="15"/>
              <a:t> </a:t>
            </a:r>
            <a:r>
              <a:rPr spc="-20"/>
              <a:t>now.</a:t>
            </a:r>
          </a:p>
        </p:txBody>
      </p:sp>
      <p:sp>
        <p:nvSpPr>
          <p:cNvPr id="361" name="object 14"/>
          <p:cNvSpPr txBox="1"/>
          <p:nvPr/>
        </p:nvSpPr>
        <p:spPr>
          <a:xfrm>
            <a:off x="902651" y="2733992"/>
            <a:ext cx="625477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b="1" sz="900">
                <a:solidFill>
                  <a:srgbClr val="757575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Blue</a:t>
            </a:r>
            <a:r>
              <a:rPr spc="-25"/>
              <a:t> </a:t>
            </a:r>
            <a:r>
              <a:t>Hill</a:t>
            </a:r>
            <a:r>
              <a:rPr spc="-20"/>
              <a:t> </a:t>
            </a:r>
            <a:r>
              <a:rPr spc="-25"/>
              <a:t>Ave</a:t>
            </a:r>
          </a:p>
        </p:txBody>
      </p:sp>
      <p:grpSp>
        <p:nvGrpSpPr>
          <p:cNvPr id="380" name="object 15"/>
          <p:cNvGrpSpPr/>
          <p:nvPr/>
        </p:nvGrpSpPr>
        <p:grpSpPr>
          <a:xfrm>
            <a:off x="903286" y="1605023"/>
            <a:ext cx="3768792" cy="2790765"/>
            <a:chOff x="0" y="0"/>
            <a:chExt cx="3768790" cy="2790764"/>
          </a:xfrm>
        </p:grpSpPr>
        <p:sp>
          <p:nvSpPr>
            <p:cNvPr id="362" name="object 16"/>
            <p:cNvSpPr/>
            <p:nvPr/>
          </p:nvSpPr>
          <p:spPr>
            <a:xfrm>
              <a:off x="15874" y="-1"/>
              <a:ext cx="1190690" cy="8667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99" y="0"/>
                  </a:moveTo>
                  <a:lnTo>
                    <a:pt x="9816" y="44"/>
                  </a:lnTo>
                  <a:lnTo>
                    <a:pt x="8858" y="174"/>
                  </a:lnTo>
                  <a:lnTo>
                    <a:pt x="7929" y="386"/>
                  </a:lnTo>
                  <a:lnTo>
                    <a:pt x="7031" y="675"/>
                  </a:lnTo>
                  <a:lnTo>
                    <a:pt x="6170" y="1039"/>
                  </a:lnTo>
                  <a:lnTo>
                    <a:pt x="5349" y="1474"/>
                  </a:lnTo>
                  <a:lnTo>
                    <a:pt x="4571" y="1975"/>
                  </a:lnTo>
                  <a:lnTo>
                    <a:pt x="3842" y="2539"/>
                  </a:lnTo>
                  <a:lnTo>
                    <a:pt x="3163" y="3162"/>
                  </a:lnTo>
                  <a:lnTo>
                    <a:pt x="2540" y="3840"/>
                  </a:lnTo>
                  <a:lnTo>
                    <a:pt x="1976" y="4570"/>
                  </a:lnTo>
                  <a:lnTo>
                    <a:pt x="1474" y="5347"/>
                  </a:lnTo>
                  <a:lnTo>
                    <a:pt x="1040" y="6169"/>
                  </a:lnTo>
                  <a:lnTo>
                    <a:pt x="676" y="7030"/>
                  </a:lnTo>
                  <a:lnTo>
                    <a:pt x="386" y="7927"/>
                  </a:lnTo>
                  <a:lnTo>
                    <a:pt x="174" y="8857"/>
                  </a:lnTo>
                  <a:lnTo>
                    <a:pt x="44" y="9815"/>
                  </a:lnTo>
                  <a:lnTo>
                    <a:pt x="0" y="10798"/>
                  </a:lnTo>
                  <a:lnTo>
                    <a:pt x="44" y="11782"/>
                  </a:lnTo>
                  <a:lnTo>
                    <a:pt x="174" y="12740"/>
                  </a:lnTo>
                  <a:lnTo>
                    <a:pt x="386" y="13670"/>
                  </a:lnTo>
                  <a:lnTo>
                    <a:pt x="676" y="14567"/>
                  </a:lnTo>
                  <a:lnTo>
                    <a:pt x="1040" y="15429"/>
                  </a:lnTo>
                  <a:lnTo>
                    <a:pt x="1474" y="16250"/>
                  </a:lnTo>
                  <a:lnTo>
                    <a:pt x="1976" y="17028"/>
                  </a:lnTo>
                  <a:lnTo>
                    <a:pt x="2540" y="17758"/>
                  </a:lnTo>
                  <a:lnTo>
                    <a:pt x="3163" y="18436"/>
                  </a:lnTo>
                  <a:lnTo>
                    <a:pt x="3842" y="19060"/>
                  </a:lnTo>
                  <a:lnTo>
                    <a:pt x="4571" y="19624"/>
                  </a:lnTo>
                  <a:lnTo>
                    <a:pt x="5349" y="20125"/>
                  </a:lnTo>
                  <a:lnTo>
                    <a:pt x="6170" y="20560"/>
                  </a:lnTo>
                  <a:lnTo>
                    <a:pt x="7031" y="20924"/>
                  </a:lnTo>
                  <a:lnTo>
                    <a:pt x="7929" y="21214"/>
                  </a:lnTo>
                  <a:lnTo>
                    <a:pt x="8858" y="21426"/>
                  </a:lnTo>
                  <a:lnTo>
                    <a:pt x="9816" y="21556"/>
                  </a:lnTo>
                  <a:lnTo>
                    <a:pt x="10799" y="21600"/>
                  </a:lnTo>
                  <a:lnTo>
                    <a:pt x="11782" y="21556"/>
                  </a:lnTo>
                  <a:lnTo>
                    <a:pt x="12741" y="21426"/>
                  </a:lnTo>
                  <a:lnTo>
                    <a:pt x="13671" y="21214"/>
                  </a:lnTo>
                  <a:lnTo>
                    <a:pt x="14568" y="20924"/>
                  </a:lnTo>
                  <a:lnTo>
                    <a:pt x="15429" y="20560"/>
                  </a:lnTo>
                  <a:lnTo>
                    <a:pt x="16251" y="20125"/>
                  </a:lnTo>
                  <a:lnTo>
                    <a:pt x="17028" y="19624"/>
                  </a:lnTo>
                  <a:lnTo>
                    <a:pt x="17758" y="19060"/>
                  </a:lnTo>
                  <a:lnTo>
                    <a:pt x="18436" y="18436"/>
                  </a:lnTo>
                  <a:lnTo>
                    <a:pt x="19060" y="17758"/>
                  </a:lnTo>
                  <a:lnTo>
                    <a:pt x="19624" y="17028"/>
                  </a:lnTo>
                  <a:lnTo>
                    <a:pt x="20125" y="16250"/>
                  </a:lnTo>
                  <a:lnTo>
                    <a:pt x="20560" y="15429"/>
                  </a:lnTo>
                  <a:lnTo>
                    <a:pt x="20924" y="14567"/>
                  </a:lnTo>
                  <a:lnTo>
                    <a:pt x="21214" y="13670"/>
                  </a:lnTo>
                  <a:lnTo>
                    <a:pt x="21426" y="12740"/>
                  </a:lnTo>
                  <a:lnTo>
                    <a:pt x="21556" y="11782"/>
                  </a:lnTo>
                  <a:lnTo>
                    <a:pt x="21600" y="10798"/>
                  </a:lnTo>
                  <a:lnTo>
                    <a:pt x="21556" y="9815"/>
                  </a:lnTo>
                  <a:lnTo>
                    <a:pt x="21426" y="8857"/>
                  </a:lnTo>
                  <a:lnTo>
                    <a:pt x="21214" y="7927"/>
                  </a:lnTo>
                  <a:lnTo>
                    <a:pt x="20924" y="7030"/>
                  </a:lnTo>
                  <a:lnTo>
                    <a:pt x="20560" y="6169"/>
                  </a:lnTo>
                  <a:lnTo>
                    <a:pt x="20125" y="5347"/>
                  </a:lnTo>
                  <a:lnTo>
                    <a:pt x="19624" y="4570"/>
                  </a:lnTo>
                  <a:lnTo>
                    <a:pt x="19060" y="3840"/>
                  </a:lnTo>
                  <a:lnTo>
                    <a:pt x="18436" y="3162"/>
                  </a:lnTo>
                  <a:lnTo>
                    <a:pt x="17758" y="2539"/>
                  </a:lnTo>
                  <a:lnTo>
                    <a:pt x="17028" y="1975"/>
                  </a:lnTo>
                  <a:lnTo>
                    <a:pt x="16251" y="1474"/>
                  </a:lnTo>
                  <a:lnTo>
                    <a:pt x="15429" y="1039"/>
                  </a:lnTo>
                  <a:lnTo>
                    <a:pt x="14568" y="675"/>
                  </a:lnTo>
                  <a:lnTo>
                    <a:pt x="13671" y="386"/>
                  </a:lnTo>
                  <a:lnTo>
                    <a:pt x="12741" y="174"/>
                  </a:lnTo>
                  <a:lnTo>
                    <a:pt x="11782" y="44"/>
                  </a:lnTo>
                  <a:lnTo>
                    <a:pt x="10799" y="0"/>
                  </a:lnTo>
                  <a:close/>
                </a:path>
              </a:pathLst>
            </a:custGeom>
            <a:solidFill>
              <a:srgbClr val="2DCC40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63" name="object 17"/>
            <p:cNvSpPr/>
            <p:nvPr/>
          </p:nvSpPr>
          <p:spPr>
            <a:xfrm>
              <a:off x="15874" y="-1"/>
              <a:ext cx="1190690" cy="8667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98"/>
                  </a:moveTo>
                  <a:lnTo>
                    <a:pt x="44" y="9815"/>
                  </a:lnTo>
                  <a:lnTo>
                    <a:pt x="174" y="8857"/>
                  </a:lnTo>
                  <a:lnTo>
                    <a:pt x="386" y="7927"/>
                  </a:lnTo>
                  <a:lnTo>
                    <a:pt x="676" y="7030"/>
                  </a:lnTo>
                  <a:lnTo>
                    <a:pt x="1040" y="6169"/>
                  </a:lnTo>
                  <a:lnTo>
                    <a:pt x="1474" y="5347"/>
                  </a:lnTo>
                  <a:lnTo>
                    <a:pt x="1976" y="4570"/>
                  </a:lnTo>
                  <a:lnTo>
                    <a:pt x="2540" y="3840"/>
                  </a:lnTo>
                  <a:lnTo>
                    <a:pt x="3163" y="3162"/>
                  </a:lnTo>
                  <a:lnTo>
                    <a:pt x="3842" y="2539"/>
                  </a:lnTo>
                  <a:lnTo>
                    <a:pt x="4571" y="1975"/>
                  </a:lnTo>
                  <a:lnTo>
                    <a:pt x="5349" y="1474"/>
                  </a:lnTo>
                  <a:lnTo>
                    <a:pt x="6170" y="1039"/>
                  </a:lnTo>
                  <a:lnTo>
                    <a:pt x="7031" y="675"/>
                  </a:lnTo>
                  <a:lnTo>
                    <a:pt x="7929" y="386"/>
                  </a:lnTo>
                  <a:lnTo>
                    <a:pt x="8858" y="174"/>
                  </a:lnTo>
                  <a:lnTo>
                    <a:pt x="9816" y="44"/>
                  </a:lnTo>
                  <a:lnTo>
                    <a:pt x="10799" y="0"/>
                  </a:lnTo>
                  <a:lnTo>
                    <a:pt x="11782" y="44"/>
                  </a:lnTo>
                  <a:lnTo>
                    <a:pt x="12741" y="174"/>
                  </a:lnTo>
                  <a:lnTo>
                    <a:pt x="13671" y="386"/>
                  </a:lnTo>
                  <a:lnTo>
                    <a:pt x="14568" y="675"/>
                  </a:lnTo>
                  <a:lnTo>
                    <a:pt x="15429" y="1039"/>
                  </a:lnTo>
                  <a:lnTo>
                    <a:pt x="16251" y="1474"/>
                  </a:lnTo>
                  <a:lnTo>
                    <a:pt x="17028" y="1975"/>
                  </a:lnTo>
                  <a:lnTo>
                    <a:pt x="17758" y="2539"/>
                  </a:lnTo>
                  <a:lnTo>
                    <a:pt x="18436" y="3162"/>
                  </a:lnTo>
                  <a:lnTo>
                    <a:pt x="19060" y="3840"/>
                  </a:lnTo>
                  <a:lnTo>
                    <a:pt x="19624" y="4570"/>
                  </a:lnTo>
                  <a:lnTo>
                    <a:pt x="20125" y="5347"/>
                  </a:lnTo>
                  <a:lnTo>
                    <a:pt x="20560" y="6169"/>
                  </a:lnTo>
                  <a:lnTo>
                    <a:pt x="20924" y="7030"/>
                  </a:lnTo>
                  <a:lnTo>
                    <a:pt x="21214" y="7927"/>
                  </a:lnTo>
                  <a:lnTo>
                    <a:pt x="21426" y="8857"/>
                  </a:lnTo>
                  <a:lnTo>
                    <a:pt x="21556" y="9815"/>
                  </a:lnTo>
                  <a:lnTo>
                    <a:pt x="21600" y="10798"/>
                  </a:lnTo>
                  <a:lnTo>
                    <a:pt x="21556" y="11782"/>
                  </a:lnTo>
                  <a:lnTo>
                    <a:pt x="21426" y="12740"/>
                  </a:lnTo>
                  <a:lnTo>
                    <a:pt x="21214" y="13670"/>
                  </a:lnTo>
                  <a:lnTo>
                    <a:pt x="20924" y="14567"/>
                  </a:lnTo>
                  <a:lnTo>
                    <a:pt x="20560" y="15429"/>
                  </a:lnTo>
                  <a:lnTo>
                    <a:pt x="20125" y="16250"/>
                  </a:lnTo>
                  <a:lnTo>
                    <a:pt x="19624" y="17028"/>
                  </a:lnTo>
                  <a:lnTo>
                    <a:pt x="19060" y="17758"/>
                  </a:lnTo>
                  <a:lnTo>
                    <a:pt x="18436" y="18436"/>
                  </a:lnTo>
                  <a:lnTo>
                    <a:pt x="17758" y="19060"/>
                  </a:lnTo>
                  <a:lnTo>
                    <a:pt x="17028" y="19624"/>
                  </a:lnTo>
                  <a:lnTo>
                    <a:pt x="16251" y="20125"/>
                  </a:lnTo>
                  <a:lnTo>
                    <a:pt x="15429" y="20560"/>
                  </a:lnTo>
                  <a:lnTo>
                    <a:pt x="14568" y="20924"/>
                  </a:lnTo>
                  <a:lnTo>
                    <a:pt x="13671" y="21214"/>
                  </a:lnTo>
                  <a:lnTo>
                    <a:pt x="12741" y="21426"/>
                  </a:lnTo>
                  <a:lnTo>
                    <a:pt x="11782" y="21556"/>
                  </a:lnTo>
                  <a:lnTo>
                    <a:pt x="10799" y="21600"/>
                  </a:lnTo>
                  <a:lnTo>
                    <a:pt x="9816" y="21556"/>
                  </a:lnTo>
                  <a:lnTo>
                    <a:pt x="8858" y="21426"/>
                  </a:lnTo>
                  <a:lnTo>
                    <a:pt x="7929" y="21214"/>
                  </a:lnTo>
                  <a:lnTo>
                    <a:pt x="7031" y="20924"/>
                  </a:lnTo>
                  <a:lnTo>
                    <a:pt x="6170" y="20560"/>
                  </a:lnTo>
                  <a:lnTo>
                    <a:pt x="5349" y="20125"/>
                  </a:lnTo>
                  <a:lnTo>
                    <a:pt x="4571" y="19624"/>
                  </a:lnTo>
                  <a:lnTo>
                    <a:pt x="3842" y="19060"/>
                  </a:lnTo>
                  <a:lnTo>
                    <a:pt x="3163" y="18436"/>
                  </a:lnTo>
                  <a:lnTo>
                    <a:pt x="2540" y="17758"/>
                  </a:lnTo>
                  <a:lnTo>
                    <a:pt x="1976" y="17028"/>
                  </a:lnTo>
                  <a:lnTo>
                    <a:pt x="1474" y="16250"/>
                  </a:lnTo>
                  <a:lnTo>
                    <a:pt x="1040" y="15429"/>
                  </a:lnTo>
                  <a:lnTo>
                    <a:pt x="676" y="14567"/>
                  </a:lnTo>
                  <a:lnTo>
                    <a:pt x="386" y="13670"/>
                  </a:lnTo>
                  <a:lnTo>
                    <a:pt x="174" y="12740"/>
                  </a:lnTo>
                  <a:lnTo>
                    <a:pt x="44" y="11782"/>
                  </a:lnTo>
                  <a:lnTo>
                    <a:pt x="0" y="10798"/>
                  </a:lnTo>
                  <a:close/>
                </a:path>
              </a:pathLst>
            </a:custGeom>
            <a:noFill/>
            <a:ln w="12700" cap="flat">
              <a:solidFill>
                <a:srgbClr val="2DCC40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64" name="object 18"/>
            <p:cNvSpPr/>
            <p:nvPr/>
          </p:nvSpPr>
          <p:spPr>
            <a:xfrm>
              <a:off x="1206562" y="1238250"/>
              <a:ext cx="1371602" cy="8667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9868" y="40"/>
                  </a:lnTo>
                  <a:lnTo>
                    <a:pt x="8958" y="156"/>
                  </a:lnTo>
                  <a:lnTo>
                    <a:pt x="8073" y="347"/>
                  </a:lnTo>
                  <a:lnTo>
                    <a:pt x="7217" y="608"/>
                  </a:lnTo>
                  <a:lnTo>
                    <a:pt x="6393" y="937"/>
                  </a:lnTo>
                  <a:lnTo>
                    <a:pt x="5603" y="1329"/>
                  </a:lnTo>
                  <a:lnTo>
                    <a:pt x="4852" y="1783"/>
                  </a:lnTo>
                  <a:lnTo>
                    <a:pt x="4142" y="2294"/>
                  </a:lnTo>
                  <a:lnTo>
                    <a:pt x="3477" y="2860"/>
                  </a:lnTo>
                  <a:lnTo>
                    <a:pt x="2860" y="3477"/>
                  </a:lnTo>
                  <a:lnTo>
                    <a:pt x="2295" y="4142"/>
                  </a:lnTo>
                  <a:lnTo>
                    <a:pt x="1783" y="4851"/>
                  </a:lnTo>
                  <a:lnTo>
                    <a:pt x="1330" y="5602"/>
                  </a:lnTo>
                  <a:lnTo>
                    <a:pt x="937" y="6391"/>
                  </a:lnTo>
                  <a:lnTo>
                    <a:pt x="608" y="7216"/>
                  </a:lnTo>
                  <a:lnTo>
                    <a:pt x="347" y="8072"/>
                  </a:lnTo>
                  <a:lnTo>
                    <a:pt x="40" y="9866"/>
                  </a:lnTo>
                  <a:lnTo>
                    <a:pt x="0" y="10798"/>
                  </a:lnTo>
                  <a:lnTo>
                    <a:pt x="40" y="11730"/>
                  </a:lnTo>
                  <a:lnTo>
                    <a:pt x="347" y="13525"/>
                  </a:lnTo>
                  <a:lnTo>
                    <a:pt x="608" y="14381"/>
                  </a:lnTo>
                  <a:lnTo>
                    <a:pt x="937" y="15206"/>
                  </a:lnTo>
                  <a:lnTo>
                    <a:pt x="1330" y="15995"/>
                  </a:lnTo>
                  <a:lnTo>
                    <a:pt x="1783" y="16747"/>
                  </a:lnTo>
                  <a:lnTo>
                    <a:pt x="2295" y="17456"/>
                  </a:lnTo>
                  <a:lnTo>
                    <a:pt x="2860" y="18122"/>
                  </a:lnTo>
                  <a:lnTo>
                    <a:pt x="3477" y="18739"/>
                  </a:lnTo>
                  <a:lnTo>
                    <a:pt x="4142" y="19305"/>
                  </a:lnTo>
                  <a:lnTo>
                    <a:pt x="4852" y="19816"/>
                  </a:lnTo>
                  <a:lnTo>
                    <a:pt x="5603" y="20270"/>
                  </a:lnTo>
                  <a:lnTo>
                    <a:pt x="6393" y="20663"/>
                  </a:lnTo>
                  <a:lnTo>
                    <a:pt x="7217" y="20992"/>
                  </a:lnTo>
                  <a:lnTo>
                    <a:pt x="8073" y="21253"/>
                  </a:lnTo>
                  <a:lnTo>
                    <a:pt x="8958" y="21444"/>
                  </a:lnTo>
                  <a:lnTo>
                    <a:pt x="9868" y="21560"/>
                  </a:lnTo>
                  <a:lnTo>
                    <a:pt x="10800" y="21600"/>
                  </a:lnTo>
                  <a:lnTo>
                    <a:pt x="11732" y="21560"/>
                  </a:lnTo>
                  <a:lnTo>
                    <a:pt x="12642" y="21444"/>
                  </a:lnTo>
                  <a:lnTo>
                    <a:pt x="13526" y="21253"/>
                  </a:lnTo>
                  <a:lnTo>
                    <a:pt x="14382" y="20992"/>
                  </a:lnTo>
                  <a:lnTo>
                    <a:pt x="15206" y="20663"/>
                  </a:lnTo>
                  <a:lnTo>
                    <a:pt x="15996" y="20270"/>
                  </a:lnTo>
                  <a:lnTo>
                    <a:pt x="16747" y="19816"/>
                  </a:lnTo>
                  <a:lnTo>
                    <a:pt x="17457" y="19305"/>
                  </a:lnTo>
                  <a:lnTo>
                    <a:pt x="18122" y="18739"/>
                  </a:lnTo>
                  <a:lnTo>
                    <a:pt x="18739" y="18122"/>
                  </a:lnTo>
                  <a:lnTo>
                    <a:pt x="19305" y="17456"/>
                  </a:lnTo>
                  <a:lnTo>
                    <a:pt x="19816" y="16747"/>
                  </a:lnTo>
                  <a:lnTo>
                    <a:pt x="20270" y="15995"/>
                  </a:lnTo>
                  <a:lnTo>
                    <a:pt x="20663" y="15206"/>
                  </a:lnTo>
                  <a:lnTo>
                    <a:pt x="20992" y="14381"/>
                  </a:lnTo>
                  <a:lnTo>
                    <a:pt x="21253" y="13525"/>
                  </a:lnTo>
                  <a:lnTo>
                    <a:pt x="21560" y="11730"/>
                  </a:lnTo>
                  <a:lnTo>
                    <a:pt x="21600" y="10798"/>
                  </a:lnTo>
                  <a:lnTo>
                    <a:pt x="21560" y="9866"/>
                  </a:lnTo>
                  <a:lnTo>
                    <a:pt x="21253" y="8072"/>
                  </a:lnTo>
                  <a:lnTo>
                    <a:pt x="20992" y="7216"/>
                  </a:lnTo>
                  <a:lnTo>
                    <a:pt x="20663" y="6391"/>
                  </a:lnTo>
                  <a:lnTo>
                    <a:pt x="20270" y="5602"/>
                  </a:lnTo>
                  <a:lnTo>
                    <a:pt x="19816" y="4851"/>
                  </a:lnTo>
                  <a:lnTo>
                    <a:pt x="19305" y="4142"/>
                  </a:lnTo>
                  <a:lnTo>
                    <a:pt x="18739" y="3477"/>
                  </a:lnTo>
                  <a:lnTo>
                    <a:pt x="18122" y="2860"/>
                  </a:lnTo>
                  <a:lnTo>
                    <a:pt x="17457" y="2294"/>
                  </a:lnTo>
                  <a:lnTo>
                    <a:pt x="16747" y="1783"/>
                  </a:lnTo>
                  <a:lnTo>
                    <a:pt x="15996" y="1329"/>
                  </a:lnTo>
                  <a:lnTo>
                    <a:pt x="15206" y="937"/>
                  </a:lnTo>
                  <a:lnTo>
                    <a:pt x="14382" y="608"/>
                  </a:lnTo>
                  <a:lnTo>
                    <a:pt x="13526" y="347"/>
                  </a:lnTo>
                  <a:lnTo>
                    <a:pt x="12642" y="156"/>
                  </a:lnTo>
                  <a:lnTo>
                    <a:pt x="11732" y="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E67D21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65" name="object 19"/>
            <p:cNvSpPr/>
            <p:nvPr/>
          </p:nvSpPr>
          <p:spPr>
            <a:xfrm>
              <a:off x="1206562" y="1238250"/>
              <a:ext cx="1371602" cy="8667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98"/>
                  </a:moveTo>
                  <a:lnTo>
                    <a:pt x="156" y="8956"/>
                  </a:lnTo>
                  <a:lnTo>
                    <a:pt x="608" y="7216"/>
                  </a:lnTo>
                  <a:lnTo>
                    <a:pt x="937" y="6391"/>
                  </a:lnTo>
                  <a:lnTo>
                    <a:pt x="1330" y="5602"/>
                  </a:lnTo>
                  <a:lnTo>
                    <a:pt x="1783" y="4851"/>
                  </a:lnTo>
                  <a:lnTo>
                    <a:pt x="2295" y="4142"/>
                  </a:lnTo>
                  <a:lnTo>
                    <a:pt x="2860" y="3477"/>
                  </a:lnTo>
                  <a:lnTo>
                    <a:pt x="3477" y="2860"/>
                  </a:lnTo>
                  <a:lnTo>
                    <a:pt x="4142" y="2294"/>
                  </a:lnTo>
                  <a:lnTo>
                    <a:pt x="4852" y="1783"/>
                  </a:lnTo>
                  <a:lnTo>
                    <a:pt x="5603" y="1329"/>
                  </a:lnTo>
                  <a:lnTo>
                    <a:pt x="6393" y="937"/>
                  </a:lnTo>
                  <a:lnTo>
                    <a:pt x="7217" y="608"/>
                  </a:lnTo>
                  <a:lnTo>
                    <a:pt x="8073" y="347"/>
                  </a:lnTo>
                  <a:lnTo>
                    <a:pt x="8958" y="156"/>
                  </a:lnTo>
                  <a:lnTo>
                    <a:pt x="9868" y="40"/>
                  </a:lnTo>
                  <a:lnTo>
                    <a:pt x="10800" y="0"/>
                  </a:lnTo>
                  <a:lnTo>
                    <a:pt x="11732" y="40"/>
                  </a:lnTo>
                  <a:lnTo>
                    <a:pt x="12642" y="156"/>
                  </a:lnTo>
                  <a:lnTo>
                    <a:pt x="13526" y="347"/>
                  </a:lnTo>
                  <a:lnTo>
                    <a:pt x="14382" y="608"/>
                  </a:lnTo>
                  <a:lnTo>
                    <a:pt x="15206" y="937"/>
                  </a:lnTo>
                  <a:lnTo>
                    <a:pt x="15996" y="1329"/>
                  </a:lnTo>
                  <a:lnTo>
                    <a:pt x="16747" y="1783"/>
                  </a:lnTo>
                  <a:lnTo>
                    <a:pt x="17457" y="2294"/>
                  </a:lnTo>
                  <a:lnTo>
                    <a:pt x="18122" y="2860"/>
                  </a:lnTo>
                  <a:lnTo>
                    <a:pt x="18739" y="3477"/>
                  </a:lnTo>
                  <a:lnTo>
                    <a:pt x="19305" y="4142"/>
                  </a:lnTo>
                  <a:lnTo>
                    <a:pt x="19816" y="4851"/>
                  </a:lnTo>
                  <a:lnTo>
                    <a:pt x="20270" y="5602"/>
                  </a:lnTo>
                  <a:lnTo>
                    <a:pt x="20663" y="6391"/>
                  </a:lnTo>
                  <a:lnTo>
                    <a:pt x="20992" y="7216"/>
                  </a:lnTo>
                  <a:lnTo>
                    <a:pt x="21253" y="8072"/>
                  </a:lnTo>
                  <a:lnTo>
                    <a:pt x="21560" y="9866"/>
                  </a:lnTo>
                  <a:lnTo>
                    <a:pt x="21600" y="10798"/>
                  </a:lnTo>
                  <a:lnTo>
                    <a:pt x="21560" y="11730"/>
                  </a:lnTo>
                  <a:lnTo>
                    <a:pt x="21253" y="13525"/>
                  </a:lnTo>
                  <a:lnTo>
                    <a:pt x="20992" y="14381"/>
                  </a:lnTo>
                  <a:lnTo>
                    <a:pt x="20663" y="15206"/>
                  </a:lnTo>
                  <a:lnTo>
                    <a:pt x="20270" y="15995"/>
                  </a:lnTo>
                  <a:lnTo>
                    <a:pt x="19816" y="16747"/>
                  </a:lnTo>
                  <a:lnTo>
                    <a:pt x="19305" y="17456"/>
                  </a:lnTo>
                  <a:lnTo>
                    <a:pt x="18739" y="18122"/>
                  </a:lnTo>
                  <a:lnTo>
                    <a:pt x="18122" y="18739"/>
                  </a:lnTo>
                  <a:lnTo>
                    <a:pt x="17457" y="19305"/>
                  </a:lnTo>
                  <a:lnTo>
                    <a:pt x="16747" y="19816"/>
                  </a:lnTo>
                  <a:lnTo>
                    <a:pt x="15996" y="20270"/>
                  </a:lnTo>
                  <a:lnTo>
                    <a:pt x="15206" y="20663"/>
                  </a:lnTo>
                  <a:lnTo>
                    <a:pt x="14382" y="20992"/>
                  </a:lnTo>
                  <a:lnTo>
                    <a:pt x="13526" y="21253"/>
                  </a:lnTo>
                  <a:lnTo>
                    <a:pt x="12642" y="21444"/>
                  </a:lnTo>
                  <a:lnTo>
                    <a:pt x="11732" y="21560"/>
                  </a:lnTo>
                  <a:lnTo>
                    <a:pt x="10800" y="21600"/>
                  </a:lnTo>
                  <a:lnTo>
                    <a:pt x="9868" y="21560"/>
                  </a:lnTo>
                  <a:lnTo>
                    <a:pt x="8958" y="21444"/>
                  </a:lnTo>
                  <a:lnTo>
                    <a:pt x="8073" y="21253"/>
                  </a:lnTo>
                  <a:lnTo>
                    <a:pt x="7217" y="20992"/>
                  </a:lnTo>
                  <a:lnTo>
                    <a:pt x="6393" y="20663"/>
                  </a:lnTo>
                  <a:lnTo>
                    <a:pt x="5603" y="20270"/>
                  </a:lnTo>
                  <a:lnTo>
                    <a:pt x="4852" y="19816"/>
                  </a:lnTo>
                  <a:lnTo>
                    <a:pt x="4142" y="19305"/>
                  </a:lnTo>
                  <a:lnTo>
                    <a:pt x="3477" y="18739"/>
                  </a:lnTo>
                  <a:lnTo>
                    <a:pt x="2860" y="18122"/>
                  </a:lnTo>
                  <a:lnTo>
                    <a:pt x="2295" y="17456"/>
                  </a:lnTo>
                  <a:lnTo>
                    <a:pt x="1783" y="16747"/>
                  </a:lnTo>
                  <a:lnTo>
                    <a:pt x="1330" y="15995"/>
                  </a:lnTo>
                  <a:lnTo>
                    <a:pt x="937" y="15206"/>
                  </a:lnTo>
                  <a:lnTo>
                    <a:pt x="608" y="14381"/>
                  </a:lnTo>
                  <a:lnTo>
                    <a:pt x="347" y="13525"/>
                  </a:lnTo>
                  <a:lnTo>
                    <a:pt x="40" y="11730"/>
                  </a:lnTo>
                  <a:lnTo>
                    <a:pt x="0" y="10798"/>
                  </a:lnTo>
                  <a:close/>
                </a:path>
              </a:pathLst>
            </a:custGeom>
            <a:noFill/>
            <a:ln w="12700" cap="flat">
              <a:solidFill>
                <a:srgbClr val="E67D2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66" name="object 20"/>
            <p:cNvSpPr/>
            <p:nvPr/>
          </p:nvSpPr>
          <p:spPr>
            <a:xfrm>
              <a:off x="2578163" y="-1"/>
              <a:ext cx="1190628" cy="8667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99" y="0"/>
                  </a:moveTo>
                  <a:lnTo>
                    <a:pt x="9816" y="44"/>
                  </a:lnTo>
                  <a:lnTo>
                    <a:pt x="8857" y="174"/>
                  </a:lnTo>
                  <a:lnTo>
                    <a:pt x="7928" y="386"/>
                  </a:lnTo>
                  <a:lnTo>
                    <a:pt x="7030" y="675"/>
                  </a:lnTo>
                  <a:lnTo>
                    <a:pt x="6169" y="1039"/>
                  </a:lnTo>
                  <a:lnTo>
                    <a:pt x="5348" y="1474"/>
                  </a:lnTo>
                  <a:lnTo>
                    <a:pt x="4571" y="1975"/>
                  </a:lnTo>
                  <a:lnTo>
                    <a:pt x="3841" y="2539"/>
                  </a:lnTo>
                  <a:lnTo>
                    <a:pt x="3163" y="3162"/>
                  </a:lnTo>
                  <a:lnTo>
                    <a:pt x="2539" y="3840"/>
                  </a:lnTo>
                  <a:lnTo>
                    <a:pt x="1975" y="4570"/>
                  </a:lnTo>
                  <a:lnTo>
                    <a:pt x="1474" y="5347"/>
                  </a:lnTo>
                  <a:lnTo>
                    <a:pt x="1040" y="6169"/>
                  </a:lnTo>
                  <a:lnTo>
                    <a:pt x="675" y="7030"/>
                  </a:lnTo>
                  <a:lnTo>
                    <a:pt x="386" y="7927"/>
                  </a:lnTo>
                  <a:lnTo>
                    <a:pt x="174" y="8857"/>
                  </a:lnTo>
                  <a:lnTo>
                    <a:pt x="44" y="9815"/>
                  </a:lnTo>
                  <a:lnTo>
                    <a:pt x="0" y="10798"/>
                  </a:lnTo>
                  <a:lnTo>
                    <a:pt x="44" y="11782"/>
                  </a:lnTo>
                  <a:lnTo>
                    <a:pt x="174" y="12740"/>
                  </a:lnTo>
                  <a:lnTo>
                    <a:pt x="386" y="13670"/>
                  </a:lnTo>
                  <a:lnTo>
                    <a:pt x="675" y="14567"/>
                  </a:lnTo>
                  <a:lnTo>
                    <a:pt x="1040" y="15429"/>
                  </a:lnTo>
                  <a:lnTo>
                    <a:pt x="1474" y="16250"/>
                  </a:lnTo>
                  <a:lnTo>
                    <a:pt x="1975" y="17028"/>
                  </a:lnTo>
                  <a:lnTo>
                    <a:pt x="2539" y="17758"/>
                  </a:lnTo>
                  <a:lnTo>
                    <a:pt x="3163" y="18436"/>
                  </a:lnTo>
                  <a:lnTo>
                    <a:pt x="3841" y="19060"/>
                  </a:lnTo>
                  <a:lnTo>
                    <a:pt x="4571" y="19624"/>
                  </a:lnTo>
                  <a:lnTo>
                    <a:pt x="5348" y="20125"/>
                  </a:lnTo>
                  <a:lnTo>
                    <a:pt x="6169" y="20560"/>
                  </a:lnTo>
                  <a:lnTo>
                    <a:pt x="7030" y="20924"/>
                  </a:lnTo>
                  <a:lnTo>
                    <a:pt x="7928" y="21214"/>
                  </a:lnTo>
                  <a:lnTo>
                    <a:pt x="8857" y="21426"/>
                  </a:lnTo>
                  <a:lnTo>
                    <a:pt x="9816" y="21556"/>
                  </a:lnTo>
                  <a:lnTo>
                    <a:pt x="10799" y="21600"/>
                  </a:lnTo>
                  <a:lnTo>
                    <a:pt x="11782" y="21556"/>
                  </a:lnTo>
                  <a:lnTo>
                    <a:pt x="12740" y="21426"/>
                  </a:lnTo>
                  <a:lnTo>
                    <a:pt x="13670" y="21214"/>
                  </a:lnTo>
                  <a:lnTo>
                    <a:pt x="14568" y="20924"/>
                  </a:lnTo>
                  <a:lnTo>
                    <a:pt x="15429" y="20560"/>
                  </a:lnTo>
                  <a:lnTo>
                    <a:pt x="16250" y="20125"/>
                  </a:lnTo>
                  <a:lnTo>
                    <a:pt x="17028" y="19624"/>
                  </a:lnTo>
                  <a:lnTo>
                    <a:pt x="17758" y="19060"/>
                  </a:lnTo>
                  <a:lnTo>
                    <a:pt x="18436" y="18436"/>
                  </a:lnTo>
                  <a:lnTo>
                    <a:pt x="19060" y="17758"/>
                  </a:lnTo>
                  <a:lnTo>
                    <a:pt x="19624" y="17028"/>
                  </a:lnTo>
                  <a:lnTo>
                    <a:pt x="20125" y="16250"/>
                  </a:lnTo>
                  <a:lnTo>
                    <a:pt x="20560" y="15429"/>
                  </a:lnTo>
                  <a:lnTo>
                    <a:pt x="20924" y="14567"/>
                  </a:lnTo>
                  <a:lnTo>
                    <a:pt x="21214" y="13670"/>
                  </a:lnTo>
                  <a:lnTo>
                    <a:pt x="21426" y="12740"/>
                  </a:lnTo>
                  <a:lnTo>
                    <a:pt x="21556" y="11782"/>
                  </a:lnTo>
                  <a:lnTo>
                    <a:pt x="21600" y="10798"/>
                  </a:lnTo>
                  <a:lnTo>
                    <a:pt x="21556" y="9815"/>
                  </a:lnTo>
                  <a:lnTo>
                    <a:pt x="21426" y="8857"/>
                  </a:lnTo>
                  <a:lnTo>
                    <a:pt x="21214" y="7927"/>
                  </a:lnTo>
                  <a:lnTo>
                    <a:pt x="20924" y="7030"/>
                  </a:lnTo>
                  <a:lnTo>
                    <a:pt x="20560" y="6169"/>
                  </a:lnTo>
                  <a:lnTo>
                    <a:pt x="20125" y="5347"/>
                  </a:lnTo>
                  <a:lnTo>
                    <a:pt x="19624" y="4570"/>
                  </a:lnTo>
                  <a:lnTo>
                    <a:pt x="19060" y="3840"/>
                  </a:lnTo>
                  <a:lnTo>
                    <a:pt x="18436" y="3162"/>
                  </a:lnTo>
                  <a:lnTo>
                    <a:pt x="17758" y="2539"/>
                  </a:lnTo>
                  <a:lnTo>
                    <a:pt x="17028" y="1975"/>
                  </a:lnTo>
                  <a:lnTo>
                    <a:pt x="16250" y="1474"/>
                  </a:lnTo>
                  <a:lnTo>
                    <a:pt x="15429" y="1039"/>
                  </a:lnTo>
                  <a:lnTo>
                    <a:pt x="14568" y="675"/>
                  </a:lnTo>
                  <a:lnTo>
                    <a:pt x="13670" y="386"/>
                  </a:lnTo>
                  <a:lnTo>
                    <a:pt x="12740" y="174"/>
                  </a:lnTo>
                  <a:lnTo>
                    <a:pt x="11782" y="44"/>
                  </a:lnTo>
                  <a:lnTo>
                    <a:pt x="10799" y="0"/>
                  </a:lnTo>
                  <a:close/>
                </a:path>
              </a:pathLst>
            </a:custGeom>
            <a:solidFill>
              <a:srgbClr val="F4D03E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67" name="object 21"/>
            <p:cNvSpPr/>
            <p:nvPr/>
          </p:nvSpPr>
          <p:spPr>
            <a:xfrm>
              <a:off x="2578163" y="-1"/>
              <a:ext cx="1190628" cy="86677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98"/>
                  </a:moveTo>
                  <a:lnTo>
                    <a:pt x="44" y="9815"/>
                  </a:lnTo>
                  <a:lnTo>
                    <a:pt x="174" y="8857"/>
                  </a:lnTo>
                  <a:lnTo>
                    <a:pt x="386" y="7927"/>
                  </a:lnTo>
                  <a:lnTo>
                    <a:pt x="675" y="7030"/>
                  </a:lnTo>
                  <a:lnTo>
                    <a:pt x="1040" y="6169"/>
                  </a:lnTo>
                  <a:lnTo>
                    <a:pt x="1474" y="5347"/>
                  </a:lnTo>
                  <a:lnTo>
                    <a:pt x="1975" y="4570"/>
                  </a:lnTo>
                  <a:lnTo>
                    <a:pt x="2539" y="3840"/>
                  </a:lnTo>
                  <a:lnTo>
                    <a:pt x="3163" y="3162"/>
                  </a:lnTo>
                  <a:lnTo>
                    <a:pt x="3841" y="2539"/>
                  </a:lnTo>
                  <a:lnTo>
                    <a:pt x="4571" y="1975"/>
                  </a:lnTo>
                  <a:lnTo>
                    <a:pt x="5348" y="1474"/>
                  </a:lnTo>
                  <a:lnTo>
                    <a:pt x="6169" y="1039"/>
                  </a:lnTo>
                  <a:lnTo>
                    <a:pt x="7030" y="675"/>
                  </a:lnTo>
                  <a:lnTo>
                    <a:pt x="7928" y="386"/>
                  </a:lnTo>
                  <a:lnTo>
                    <a:pt x="8857" y="174"/>
                  </a:lnTo>
                  <a:lnTo>
                    <a:pt x="9816" y="44"/>
                  </a:lnTo>
                  <a:lnTo>
                    <a:pt x="10799" y="0"/>
                  </a:lnTo>
                  <a:lnTo>
                    <a:pt x="11782" y="44"/>
                  </a:lnTo>
                  <a:lnTo>
                    <a:pt x="12740" y="174"/>
                  </a:lnTo>
                  <a:lnTo>
                    <a:pt x="13670" y="386"/>
                  </a:lnTo>
                  <a:lnTo>
                    <a:pt x="14568" y="675"/>
                  </a:lnTo>
                  <a:lnTo>
                    <a:pt x="15429" y="1039"/>
                  </a:lnTo>
                  <a:lnTo>
                    <a:pt x="16250" y="1474"/>
                  </a:lnTo>
                  <a:lnTo>
                    <a:pt x="17028" y="1975"/>
                  </a:lnTo>
                  <a:lnTo>
                    <a:pt x="17758" y="2539"/>
                  </a:lnTo>
                  <a:lnTo>
                    <a:pt x="18436" y="3162"/>
                  </a:lnTo>
                  <a:lnTo>
                    <a:pt x="19060" y="3840"/>
                  </a:lnTo>
                  <a:lnTo>
                    <a:pt x="19624" y="4570"/>
                  </a:lnTo>
                  <a:lnTo>
                    <a:pt x="20125" y="5347"/>
                  </a:lnTo>
                  <a:lnTo>
                    <a:pt x="20560" y="6169"/>
                  </a:lnTo>
                  <a:lnTo>
                    <a:pt x="20924" y="7030"/>
                  </a:lnTo>
                  <a:lnTo>
                    <a:pt x="21214" y="7927"/>
                  </a:lnTo>
                  <a:lnTo>
                    <a:pt x="21426" y="8857"/>
                  </a:lnTo>
                  <a:lnTo>
                    <a:pt x="21556" y="9815"/>
                  </a:lnTo>
                  <a:lnTo>
                    <a:pt x="21600" y="10798"/>
                  </a:lnTo>
                  <a:lnTo>
                    <a:pt x="21556" y="11782"/>
                  </a:lnTo>
                  <a:lnTo>
                    <a:pt x="21426" y="12740"/>
                  </a:lnTo>
                  <a:lnTo>
                    <a:pt x="21214" y="13670"/>
                  </a:lnTo>
                  <a:lnTo>
                    <a:pt x="20924" y="14567"/>
                  </a:lnTo>
                  <a:lnTo>
                    <a:pt x="20560" y="15429"/>
                  </a:lnTo>
                  <a:lnTo>
                    <a:pt x="20125" y="16250"/>
                  </a:lnTo>
                  <a:lnTo>
                    <a:pt x="19624" y="17028"/>
                  </a:lnTo>
                  <a:lnTo>
                    <a:pt x="19060" y="17758"/>
                  </a:lnTo>
                  <a:lnTo>
                    <a:pt x="18436" y="18436"/>
                  </a:lnTo>
                  <a:lnTo>
                    <a:pt x="17758" y="19060"/>
                  </a:lnTo>
                  <a:lnTo>
                    <a:pt x="17028" y="19624"/>
                  </a:lnTo>
                  <a:lnTo>
                    <a:pt x="16250" y="20125"/>
                  </a:lnTo>
                  <a:lnTo>
                    <a:pt x="15429" y="20560"/>
                  </a:lnTo>
                  <a:lnTo>
                    <a:pt x="14568" y="20924"/>
                  </a:lnTo>
                  <a:lnTo>
                    <a:pt x="13670" y="21214"/>
                  </a:lnTo>
                  <a:lnTo>
                    <a:pt x="12740" y="21426"/>
                  </a:lnTo>
                  <a:lnTo>
                    <a:pt x="11782" y="21556"/>
                  </a:lnTo>
                  <a:lnTo>
                    <a:pt x="10799" y="21600"/>
                  </a:lnTo>
                  <a:lnTo>
                    <a:pt x="9816" y="21556"/>
                  </a:lnTo>
                  <a:lnTo>
                    <a:pt x="8857" y="21426"/>
                  </a:lnTo>
                  <a:lnTo>
                    <a:pt x="7928" y="21214"/>
                  </a:lnTo>
                  <a:lnTo>
                    <a:pt x="7030" y="20924"/>
                  </a:lnTo>
                  <a:lnTo>
                    <a:pt x="6169" y="20560"/>
                  </a:lnTo>
                  <a:lnTo>
                    <a:pt x="5348" y="20125"/>
                  </a:lnTo>
                  <a:lnTo>
                    <a:pt x="4571" y="19624"/>
                  </a:lnTo>
                  <a:lnTo>
                    <a:pt x="3841" y="19060"/>
                  </a:lnTo>
                  <a:lnTo>
                    <a:pt x="3163" y="18436"/>
                  </a:lnTo>
                  <a:lnTo>
                    <a:pt x="2539" y="17758"/>
                  </a:lnTo>
                  <a:lnTo>
                    <a:pt x="1975" y="17028"/>
                  </a:lnTo>
                  <a:lnTo>
                    <a:pt x="1474" y="16250"/>
                  </a:lnTo>
                  <a:lnTo>
                    <a:pt x="1040" y="15429"/>
                  </a:lnTo>
                  <a:lnTo>
                    <a:pt x="675" y="14567"/>
                  </a:lnTo>
                  <a:lnTo>
                    <a:pt x="386" y="13670"/>
                  </a:lnTo>
                  <a:lnTo>
                    <a:pt x="174" y="12740"/>
                  </a:lnTo>
                  <a:lnTo>
                    <a:pt x="44" y="11782"/>
                  </a:lnTo>
                  <a:lnTo>
                    <a:pt x="0" y="10798"/>
                  </a:lnTo>
                  <a:close/>
                </a:path>
              </a:pathLst>
            </a:custGeom>
            <a:noFill/>
            <a:ln w="12700" cap="flat">
              <a:solidFill>
                <a:srgbClr val="F4D03E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68" name="object 22"/>
            <p:cNvSpPr/>
            <p:nvPr/>
          </p:nvSpPr>
          <p:spPr>
            <a:xfrm>
              <a:off x="568388" y="2009776"/>
              <a:ext cx="1000127" cy="7809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99" y="0"/>
                  </a:moveTo>
                  <a:lnTo>
                    <a:pt x="9622" y="63"/>
                  </a:lnTo>
                  <a:lnTo>
                    <a:pt x="8482" y="249"/>
                  </a:lnTo>
                  <a:lnTo>
                    <a:pt x="7385" y="550"/>
                  </a:lnTo>
                  <a:lnTo>
                    <a:pt x="6338" y="961"/>
                  </a:lnTo>
                  <a:lnTo>
                    <a:pt x="5348" y="1474"/>
                  </a:lnTo>
                  <a:lnTo>
                    <a:pt x="4420" y="2083"/>
                  </a:lnTo>
                  <a:lnTo>
                    <a:pt x="3563" y="2782"/>
                  </a:lnTo>
                  <a:lnTo>
                    <a:pt x="2781" y="3563"/>
                  </a:lnTo>
                  <a:lnTo>
                    <a:pt x="2083" y="4421"/>
                  </a:lnTo>
                  <a:lnTo>
                    <a:pt x="1474" y="5348"/>
                  </a:lnTo>
                  <a:lnTo>
                    <a:pt x="961" y="6338"/>
                  </a:lnTo>
                  <a:lnTo>
                    <a:pt x="550" y="7385"/>
                  </a:lnTo>
                  <a:lnTo>
                    <a:pt x="249" y="8482"/>
                  </a:lnTo>
                  <a:lnTo>
                    <a:pt x="63" y="9622"/>
                  </a:lnTo>
                  <a:lnTo>
                    <a:pt x="0" y="10799"/>
                  </a:lnTo>
                  <a:lnTo>
                    <a:pt x="63" y="11976"/>
                  </a:lnTo>
                  <a:lnTo>
                    <a:pt x="249" y="13116"/>
                  </a:lnTo>
                  <a:lnTo>
                    <a:pt x="550" y="14213"/>
                  </a:lnTo>
                  <a:lnTo>
                    <a:pt x="961" y="15260"/>
                  </a:lnTo>
                  <a:lnTo>
                    <a:pt x="1474" y="16251"/>
                  </a:lnTo>
                  <a:lnTo>
                    <a:pt x="2083" y="17178"/>
                  </a:lnTo>
                  <a:lnTo>
                    <a:pt x="2781" y="18036"/>
                  </a:lnTo>
                  <a:lnTo>
                    <a:pt x="3563" y="18817"/>
                  </a:lnTo>
                  <a:lnTo>
                    <a:pt x="4420" y="19516"/>
                  </a:lnTo>
                  <a:lnTo>
                    <a:pt x="5348" y="20125"/>
                  </a:lnTo>
                  <a:lnTo>
                    <a:pt x="6338" y="20639"/>
                  </a:lnTo>
                  <a:lnTo>
                    <a:pt x="7385" y="21049"/>
                  </a:lnTo>
                  <a:lnTo>
                    <a:pt x="8482" y="21351"/>
                  </a:lnTo>
                  <a:lnTo>
                    <a:pt x="9622" y="21537"/>
                  </a:lnTo>
                  <a:lnTo>
                    <a:pt x="10799" y="21600"/>
                  </a:lnTo>
                  <a:lnTo>
                    <a:pt x="11976" y="21537"/>
                  </a:lnTo>
                  <a:lnTo>
                    <a:pt x="13116" y="21351"/>
                  </a:lnTo>
                  <a:lnTo>
                    <a:pt x="14213" y="21049"/>
                  </a:lnTo>
                  <a:lnTo>
                    <a:pt x="15260" y="20639"/>
                  </a:lnTo>
                  <a:lnTo>
                    <a:pt x="16250" y="20125"/>
                  </a:lnTo>
                  <a:lnTo>
                    <a:pt x="17178" y="19516"/>
                  </a:lnTo>
                  <a:lnTo>
                    <a:pt x="18036" y="18817"/>
                  </a:lnTo>
                  <a:lnTo>
                    <a:pt x="18817" y="18036"/>
                  </a:lnTo>
                  <a:lnTo>
                    <a:pt x="19516" y="17178"/>
                  </a:lnTo>
                  <a:lnTo>
                    <a:pt x="20125" y="16251"/>
                  </a:lnTo>
                  <a:lnTo>
                    <a:pt x="20639" y="15260"/>
                  </a:lnTo>
                  <a:lnTo>
                    <a:pt x="21049" y="14213"/>
                  </a:lnTo>
                  <a:lnTo>
                    <a:pt x="21351" y="13116"/>
                  </a:lnTo>
                  <a:lnTo>
                    <a:pt x="21537" y="11976"/>
                  </a:lnTo>
                  <a:lnTo>
                    <a:pt x="21600" y="10799"/>
                  </a:lnTo>
                  <a:lnTo>
                    <a:pt x="21537" y="9622"/>
                  </a:lnTo>
                  <a:lnTo>
                    <a:pt x="21351" y="8482"/>
                  </a:lnTo>
                  <a:lnTo>
                    <a:pt x="21049" y="7385"/>
                  </a:lnTo>
                  <a:lnTo>
                    <a:pt x="20639" y="6338"/>
                  </a:lnTo>
                  <a:lnTo>
                    <a:pt x="20125" y="5348"/>
                  </a:lnTo>
                  <a:lnTo>
                    <a:pt x="19516" y="4421"/>
                  </a:lnTo>
                  <a:lnTo>
                    <a:pt x="18817" y="3563"/>
                  </a:lnTo>
                  <a:lnTo>
                    <a:pt x="18036" y="2782"/>
                  </a:lnTo>
                  <a:lnTo>
                    <a:pt x="17178" y="2083"/>
                  </a:lnTo>
                  <a:lnTo>
                    <a:pt x="16250" y="1474"/>
                  </a:lnTo>
                  <a:lnTo>
                    <a:pt x="15260" y="961"/>
                  </a:lnTo>
                  <a:lnTo>
                    <a:pt x="14213" y="550"/>
                  </a:lnTo>
                  <a:lnTo>
                    <a:pt x="13116" y="249"/>
                  </a:lnTo>
                  <a:lnTo>
                    <a:pt x="11976" y="63"/>
                  </a:lnTo>
                  <a:lnTo>
                    <a:pt x="10799" y="0"/>
                  </a:lnTo>
                  <a:close/>
                </a:path>
              </a:pathLst>
            </a:custGeom>
            <a:solidFill>
              <a:srgbClr val="E74B3B">
                <a:alpha val="50195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69" name="object 23"/>
            <p:cNvSpPr/>
            <p:nvPr/>
          </p:nvSpPr>
          <p:spPr>
            <a:xfrm>
              <a:off x="568388" y="2009776"/>
              <a:ext cx="1000127" cy="7809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99"/>
                  </a:moveTo>
                  <a:lnTo>
                    <a:pt x="63" y="9622"/>
                  </a:lnTo>
                  <a:lnTo>
                    <a:pt x="249" y="8482"/>
                  </a:lnTo>
                  <a:lnTo>
                    <a:pt x="550" y="7385"/>
                  </a:lnTo>
                  <a:lnTo>
                    <a:pt x="961" y="6338"/>
                  </a:lnTo>
                  <a:lnTo>
                    <a:pt x="1474" y="5348"/>
                  </a:lnTo>
                  <a:lnTo>
                    <a:pt x="2083" y="4421"/>
                  </a:lnTo>
                  <a:lnTo>
                    <a:pt x="2781" y="3563"/>
                  </a:lnTo>
                  <a:lnTo>
                    <a:pt x="3563" y="2782"/>
                  </a:lnTo>
                  <a:lnTo>
                    <a:pt x="4420" y="2083"/>
                  </a:lnTo>
                  <a:lnTo>
                    <a:pt x="5348" y="1474"/>
                  </a:lnTo>
                  <a:lnTo>
                    <a:pt x="6338" y="961"/>
                  </a:lnTo>
                  <a:lnTo>
                    <a:pt x="7385" y="550"/>
                  </a:lnTo>
                  <a:lnTo>
                    <a:pt x="8482" y="249"/>
                  </a:lnTo>
                  <a:lnTo>
                    <a:pt x="9622" y="63"/>
                  </a:lnTo>
                  <a:lnTo>
                    <a:pt x="10799" y="0"/>
                  </a:lnTo>
                  <a:lnTo>
                    <a:pt x="11976" y="63"/>
                  </a:lnTo>
                  <a:lnTo>
                    <a:pt x="13116" y="249"/>
                  </a:lnTo>
                  <a:lnTo>
                    <a:pt x="14213" y="550"/>
                  </a:lnTo>
                  <a:lnTo>
                    <a:pt x="15260" y="961"/>
                  </a:lnTo>
                  <a:lnTo>
                    <a:pt x="16250" y="1474"/>
                  </a:lnTo>
                  <a:lnTo>
                    <a:pt x="17178" y="2083"/>
                  </a:lnTo>
                  <a:lnTo>
                    <a:pt x="18036" y="2782"/>
                  </a:lnTo>
                  <a:lnTo>
                    <a:pt x="18817" y="3563"/>
                  </a:lnTo>
                  <a:lnTo>
                    <a:pt x="19516" y="4421"/>
                  </a:lnTo>
                  <a:lnTo>
                    <a:pt x="20125" y="5348"/>
                  </a:lnTo>
                  <a:lnTo>
                    <a:pt x="20639" y="6338"/>
                  </a:lnTo>
                  <a:lnTo>
                    <a:pt x="21049" y="7385"/>
                  </a:lnTo>
                  <a:lnTo>
                    <a:pt x="21351" y="8482"/>
                  </a:lnTo>
                  <a:lnTo>
                    <a:pt x="21537" y="9622"/>
                  </a:lnTo>
                  <a:lnTo>
                    <a:pt x="21600" y="10799"/>
                  </a:lnTo>
                  <a:lnTo>
                    <a:pt x="21537" y="11976"/>
                  </a:lnTo>
                  <a:lnTo>
                    <a:pt x="21351" y="13116"/>
                  </a:lnTo>
                  <a:lnTo>
                    <a:pt x="21049" y="14213"/>
                  </a:lnTo>
                  <a:lnTo>
                    <a:pt x="20639" y="15260"/>
                  </a:lnTo>
                  <a:lnTo>
                    <a:pt x="20125" y="16251"/>
                  </a:lnTo>
                  <a:lnTo>
                    <a:pt x="19516" y="17178"/>
                  </a:lnTo>
                  <a:lnTo>
                    <a:pt x="18817" y="18036"/>
                  </a:lnTo>
                  <a:lnTo>
                    <a:pt x="18036" y="18817"/>
                  </a:lnTo>
                  <a:lnTo>
                    <a:pt x="17178" y="19516"/>
                  </a:lnTo>
                  <a:lnTo>
                    <a:pt x="16250" y="20125"/>
                  </a:lnTo>
                  <a:lnTo>
                    <a:pt x="15260" y="20639"/>
                  </a:lnTo>
                  <a:lnTo>
                    <a:pt x="14213" y="21049"/>
                  </a:lnTo>
                  <a:lnTo>
                    <a:pt x="13116" y="21351"/>
                  </a:lnTo>
                  <a:lnTo>
                    <a:pt x="11976" y="21537"/>
                  </a:lnTo>
                  <a:lnTo>
                    <a:pt x="10799" y="21600"/>
                  </a:lnTo>
                  <a:lnTo>
                    <a:pt x="9622" y="21537"/>
                  </a:lnTo>
                  <a:lnTo>
                    <a:pt x="8482" y="21351"/>
                  </a:lnTo>
                  <a:lnTo>
                    <a:pt x="7385" y="21049"/>
                  </a:lnTo>
                  <a:lnTo>
                    <a:pt x="6338" y="20639"/>
                  </a:lnTo>
                  <a:lnTo>
                    <a:pt x="5348" y="20125"/>
                  </a:lnTo>
                  <a:lnTo>
                    <a:pt x="4420" y="19516"/>
                  </a:lnTo>
                  <a:lnTo>
                    <a:pt x="3563" y="18817"/>
                  </a:lnTo>
                  <a:lnTo>
                    <a:pt x="2781" y="18036"/>
                  </a:lnTo>
                  <a:lnTo>
                    <a:pt x="2083" y="17178"/>
                  </a:lnTo>
                  <a:lnTo>
                    <a:pt x="1474" y="16251"/>
                  </a:lnTo>
                  <a:lnTo>
                    <a:pt x="961" y="15260"/>
                  </a:lnTo>
                  <a:lnTo>
                    <a:pt x="550" y="14213"/>
                  </a:lnTo>
                  <a:lnTo>
                    <a:pt x="249" y="13116"/>
                  </a:lnTo>
                  <a:lnTo>
                    <a:pt x="63" y="11976"/>
                  </a:lnTo>
                  <a:lnTo>
                    <a:pt x="0" y="10799"/>
                  </a:lnTo>
                  <a:close/>
                </a:path>
              </a:pathLst>
            </a:custGeom>
            <a:noFill/>
            <a:ln w="12700" cap="flat">
              <a:solidFill>
                <a:srgbClr val="E74B3B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pic>
          <p:nvPicPr>
            <p:cNvPr id="370" name="object 24" descr="object 24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409638" y="260350"/>
              <a:ext cx="212727" cy="2127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1" name="object 25" descr="object 25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1733613" y="212725"/>
              <a:ext cx="222252" cy="2127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2" name="object 26" descr="object 26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924238" y="212725"/>
              <a:ext cx="212727" cy="2127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3" name="object 27" descr="object 27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-1" y="898525"/>
              <a:ext cx="212726" cy="2127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4" name="object 28" descr="object 28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190687" y="898525"/>
              <a:ext cx="212727" cy="2127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5" name="object 29" descr="object 29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2562288" y="898525"/>
              <a:ext cx="212727" cy="2127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6" name="object 30" descr="object 30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1781238" y="1908176"/>
              <a:ext cx="212727" cy="21272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7" name="object 31" descr="object 31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914462" y="2270063"/>
              <a:ext cx="212727" cy="2127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78" name="object 32" descr="object 32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2838513" y="1946276"/>
              <a:ext cx="212727" cy="22225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79" name="object 33"/>
            <p:cNvSpPr/>
            <p:nvPr/>
          </p:nvSpPr>
          <p:spPr>
            <a:xfrm>
              <a:off x="520763" y="323850"/>
              <a:ext cx="2514602" cy="6858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200"/>
                  </a:moveTo>
                  <a:lnTo>
                    <a:pt x="11373" y="1200"/>
                  </a:lnTo>
                  <a:moveTo>
                    <a:pt x="11373" y="0"/>
                  </a:moveTo>
                  <a:lnTo>
                    <a:pt x="21600" y="0"/>
                  </a:lnTo>
                  <a:moveTo>
                    <a:pt x="21600" y="0"/>
                  </a:moveTo>
                  <a:lnTo>
                    <a:pt x="21600" y="21600"/>
                  </a:lnTo>
                </a:path>
              </a:pathLst>
            </a:custGeom>
            <a:noFill/>
            <a:ln w="31750" cap="flat">
              <a:solidFill>
                <a:srgbClr val="E9A846"/>
              </a:solidFill>
              <a:prstDash val="sysDot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381" name="object 34"/>
          <p:cNvSpPr txBox="1"/>
          <p:nvPr/>
        </p:nvSpPr>
        <p:spPr>
          <a:xfrm>
            <a:off x="948370" y="1488120"/>
            <a:ext cx="629922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b="1" sz="900">
                <a:solidFill>
                  <a:srgbClr val="E9A84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Coolest</a:t>
            </a:r>
            <a:r>
              <a:rPr spc="-40"/>
              <a:t> </a:t>
            </a:r>
            <a:r>
              <a:rPr spc="-20"/>
              <a:t>Path</a:t>
            </a:r>
          </a:p>
        </p:txBody>
      </p:sp>
      <p:sp>
        <p:nvSpPr>
          <p:cNvPr id="382" name="object 35"/>
          <p:cNvSpPr txBox="1"/>
          <p:nvPr/>
        </p:nvSpPr>
        <p:spPr>
          <a:xfrm>
            <a:off x="466725" y="4575809"/>
            <a:ext cx="2135505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6193">
              <a:spcBef>
                <a:spcPts val="100"/>
              </a:spcBef>
              <a:defRPr i="1" spc="-10" sz="9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commonsensesproject.org/live-sensor-</a:t>
            </a:r>
            <a:r>
              <a:rPr spc="-20"/>
              <a:t>data</a:t>
            </a:r>
          </a:p>
        </p:txBody>
      </p:sp>
      <p:grpSp>
        <p:nvGrpSpPr>
          <p:cNvPr id="388" name="object 36"/>
          <p:cNvGrpSpPr/>
          <p:nvPr/>
        </p:nvGrpSpPr>
        <p:grpSpPr>
          <a:xfrm>
            <a:off x="5524499" y="1333434"/>
            <a:ext cx="3252854" cy="1214441"/>
            <a:chOff x="0" y="0"/>
            <a:chExt cx="3252852" cy="1214439"/>
          </a:xfrm>
        </p:grpSpPr>
        <p:pic>
          <p:nvPicPr>
            <p:cNvPr id="383" name="object 37" descr="object 37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-1" y="-1"/>
              <a:ext cx="3252854" cy="121444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84" name="object 38"/>
            <p:cNvSpPr/>
            <p:nvPr/>
          </p:nvSpPr>
          <p:spPr>
            <a:xfrm>
              <a:off x="223899" y="90615"/>
              <a:ext cx="2943229" cy="98107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85" name="object 39"/>
            <p:cNvSpPr/>
            <p:nvPr/>
          </p:nvSpPr>
          <p:spPr>
            <a:xfrm>
              <a:off x="147700" y="90615"/>
              <a:ext cx="3019429" cy="981077"/>
            </a:xfrm>
            <a:prstGeom prst="rect">
              <a:avLst/>
            </a:prstGeom>
            <a:noFill/>
            <a:ln w="12700" cap="flat">
              <a:solidFill>
                <a:srgbClr val="E4E7EB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86" name="object 40"/>
            <p:cNvSpPr/>
            <p:nvPr/>
          </p:nvSpPr>
          <p:spPr>
            <a:xfrm>
              <a:off x="147700" y="90615"/>
              <a:ext cx="76202" cy="981077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87" name="object 41"/>
            <p:cNvSpPr/>
            <p:nvPr/>
          </p:nvSpPr>
          <p:spPr>
            <a:xfrm>
              <a:off x="147700" y="90615"/>
              <a:ext cx="76202" cy="981077"/>
            </a:xfrm>
            <a:prstGeom prst="rect">
              <a:avLst/>
            </a:pr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389" name="object 42"/>
          <p:cNvSpPr txBox="1"/>
          <p:nvPr/>
        </p:nvSpPr>
        <p:spPr>
          <a:xfrm>
            <a:off x="5682488" y="1558546"/>
            <a:ext cx="2936877" cy="652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90805" algn="ctr">
              <a:spcBef>
                <a:spcPts val="100"/>
              </a:spcBef>
              <a:defRPr b="1" sz="1200">
                <a:solidFill>
                  <a:srgbClr val="1B433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Find</a:t>
            </a:r>
            <a:r>
              <a:rPr spc="-25"/>
              <a:t> </a:t>
            </a:r>
            <a:r>
              <a:t>your</a:t>
            </a:r>
            <a:r>
              <a:rPr spc="-25"/>
              <a:t> </a:t>
            </a:r>
            <a:r>
              <a:rPr spc="-10"/>
              <a:t>street</a:t>
            </a:r>
          </a:p>
          <a:p>
            <a:pPr marR="728980" indent="182879" algn="ctr">
              <a:lnSpc>
                <a:spcPts val="1200"/>
              </a:lnSpc>
              <a:defRPr sz="12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 b="1">
              <a:solidFill>
                <a:srgbClr val="1B4331"/>
              </a:solidFill>
              <a:latin typeface="Carlito"/>
              <a:ea typeface="Carlito"/>
              <a:cs typeface="Carlito"/>
              <a:sym typeface="Carlito"/>
            </a:endParaRPr>
          </a:p>
          <a:p>
            <a:pPr marR="728980" indent="182879" algn="ctr">
              <a:lnSpc>
                <a:spcPts val="1200"/>
              </a:lnSpc>
              <a:defRPr sz="11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Search</a:t>
            </a:r>
            <a:r>
              <a:rPr spc="-19"/>
              <a:t> </a:t>
            </a:r>
            <a:r>
              <a:t>your</a:t>
            </a:r>
            <a:r>
              <a:rPr spc="35"/>
              <a:t> </a:t>
            </a:r>
            <a:r>
              <a:rPr spc="-9"/>
              <a:t>address</a:t>
            </a:r>
            <a:r>
              <a:rPr spc="-19"/>
              <a:t> </a:t>
            </a:r>
            <a:r>
              <a:t>and</a:t>
            </a:r>
            <a:r>
              <a:rPr spc="-15"/>
              <a:t> </a:t>
            </a:r>
            <a:r>
              <a:t>see</a:t>
            </a:r>
            <a:r>
              <a:rPr spc="15"/>
              <a:t> </a:t>
            </a:r>
            <a:r>
              <a:rPr spc="-9"/>
              <a:t>what's </a:t>
            </a:r>
            <a:r>
              <a:t>happening</a:t>
            </a:r>
            <a:r>
              <a:rPr spc="-30"/>
              <a:t> </a:t>
            </a:r>
            <a:r>
              <a:t>on</a:t>
            </a:r>
            <a:r>
              <a:rPr spc="-15"/>
              <a:t> </a:t>
            </a:r>
            <a:r>
              <a:t>your</a:t>
            </a:r>
            <a:r>
              <a:rPr spc="-39"/>
              <a:t> </a:t>
            </a:r>
            <a:r>
              <a:t>block</a:t>
            </a:r>
            <a:r>
              <a:rPr spc="-9"/>
              <a:t> </a:t>
            </a:r>
            <a:r>
              <a:t>right</a:t>
            </a:r>
            <a:r>
              <a:rPr spc="-25"/>
              <a:t> </a:t>
            </a:r>
            <a:r>
              <a:rPr spc="-19"/>
              <a:t>now.</a:t>
            </a:r>
          </a:p>
        </p:txBody>
      </p:sp>
      <p:grpSp>
        <p:nvGrpSpPr>
          <p:cNvPr id="395" name="object 43"/>
          <p:cNvGrpSpPr/>
          <p:nvPr/>
        </p:nvGrpSpPr>
        <p:grpSpPr>
          <a:xfrm>
            <a:off x="5524499" y="2447986"/>
            <a:ext cx="3252854" cy="1223966"/>
            <a:chOff x="0" y="0"/>
            <a:chExt cx="3252852" cy="1223964"/>
          </a:xfrm>
        </p:grpSpPr>
        <p:pic>
          <p:nvPicPr>
            <p:cNvPr id="390" name="object 44" descr="object 44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-1" y="-1"/>
              <a:ext cx="3252854" cy="122396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91" name="object 45"/>
            <p:cNvSpPr/>
            <p:nvPr/>
          </p:nvSpPr>
          <p:spPr>
            <a:xfrm>
              <a:off x="223899" y="90488"/>
              <a:ext cx="2943229" cy="99060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92" name="object 46"/>
            <p:cNvSpPr/>
            <p:nvPr/>
          </p:nvSpPr>
          <p:spPr>
            <a:xfrm>
              <a:off x="147700" y="90488"/>
              <a:ext cx="3019429" cy="990602"/>
            </a:xfrm>
            <a:prstGeom prst="rect">
              <a:avLst/>
            </a:prstGeom>
            <a:noFill/>
            <a:ln w="12700" cap="flat">
              <a:solidFill>
                <a:srgbClr val="E4E7EB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93" name="object 47"/>
            <p:cNvSpPr/>
            <p:nvPr/>
          </p:nvSpPr>
          <p:spPr>
            <a:xfrm>
              <a:off x="147700" y="90488"/>
              <a:ext cx="76202" cy="990602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94" name="object 48"/>
            <p:cNvSpPr/>
            <p:nvPr/>
          </p:nvSpPr>
          <p:spPr>
            <a:xfrm>
              <a:off x="147700" y="90488"/>
              <a:ext cx="76202" cy="990602"/>
            </a:xfrm>
            <a:prstGeom prst="rect">
              <a:avLst/>
            </a:pr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396" name="object 49"/>
          <p:cNvSpPr txBox="1"/>
          <p:nvPr/>
        </p:nvSpPr>
        <p:spPr>
          <a:xfrm>
            <a:off x="5644388" y="2655283"/>
            <a:ext cx="3013077" cy="69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67004" algn="ctr">
              <a:spcBef>
                <a:spcPts val="100"/>
              </a:spcBef>
              <a:defRPr b="1" sz="1200">
                <a:solidFill>
                  <a:srgbClr val="1B433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Zones</a:t>
            </a:r>
            <a:r>
              <a:rPr spc="-30"/>
              <a:t> </a:t>
            </a:r>
            <a:r>
              <a:t>change</a:t>
            </a:r>
            <a:r>
              <a:rPr spc="-10"/>
              <a:t> </a:t>
            </a:r>
            <a:r>
              <a:rPr spc="-20"/>
              <a:t>color</a:t>
            </a:r>
          </a:p>
          <a:p>
            <a:pPr algn="ctr">
              <a:defRPr sz="12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R="313054" indent="259079" algn="ctr">
              <a:lnSpc>
                <a:spcPts val="1200"/>
              </a:lnSpc>
              <a:defRPr sz="11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When</a:t>
            </a:r>
            <a:r>
              <a:rPr spc="-35"/>
              <a:t> </a:t>
            </a:r>
            <a:r>
              <a:t>air</a:t>
            </a:r>
            <a:r>
              <a:rPr spc="9"/>
              <a:t> </a:t>
            </a:r>
            <a:r>
              <a:t>quality</a:t>
            </a:r>
            <a:r>
              <a:rPr spc="-25"/>
              <a:t> </a:t>
            </a:r>
            <a:r>
              <a:t>or</a:t>
            </a:r>
            <a:r>
              <a:rPr spc="9"/>
              <a:t> </a:t>
            </a:r>
            <a:r>
              <a:t>heat</a:t>
            </a:r>
            <a:r>
              <a:rPr spc="-45"/>
              <a:t> </a:t>
            </a:r>
            <a:r>
              <a:t>shifts,</a:t>
            </a:r>
            <a:r>
              <a:rPr spc="-19"/>
              <a:t> </a:t>
            </a:r>
            <a:r>
              <a:t>the</a:t>
            </a:r>
            <a:r>
              <a:rPr spc="-9"/>
              <a:t> </a:t>
            </a:r>
            <a:r>
              <a:t>color</a:t>
            </a:r>
            <a:r>
              <a:rPr spc="-55"/>
              <a:t> </a:t>
            </a:r>
            <a:r>
              <a:rPr spc="-25"/>
              <a:t>of </a:t>
            </a:r>
            <a:r>
              <a:t>your</a:t>
            </a:r>
            <a:r>
              <a:rPr spc="50"/>
              <a:t> </a:t>
            </a:r>
            <a:r>
              <a:rPr spc="-9"/>
              <a:t>zone</a:t>
            </a:r>
            <a:r>
              <a:rPr spc="-45"/>
              <a:t> </a:t>
            </a:r>
            <a:r>
              <a:t>updates</a:t>
            </a:r>
            <a:r>
              <a:rPr spc="-4"/>
              <a:t> </a:t>
            </a:r>
            <a:r>
              <a:t>right</a:t>
            </a:r>
            <a:r>
              <a:rPr spc="-9"/>
              <a:t> </a:t>
            </a:r>
            <a:r>
              <a:rPr spc="-19"/>
              <a:t>away.</a:t>
            </a:r>
          </a:p>
        </p:txBody>
      </p:sp>
      <p:grpSp>
        <p:nvGrpSpPr>
          <p:cNvPr id="402" name="object 50"/>
          <p:cNvGrpSpPr/>
          <p:nvPr/>
        </p:nvGrpSpPr>
        <p:grpSpPr>
          <a:xfrm>
            <a:off x="5524499" y="3562349"/>
            <a:ext cx="3252854" cy="1223966"/>
            <a:chOff x="0" y="0"/>
            <a:chExt cx="3252852" cy="1223964"/>
          </a:xfrm>
        </p:grpSpPr>
        <p:pic>
          <p:nvPicPr>
            <p:cNvPr id="397" name="object 51" descr="object 51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-1" y="-1"/>
              <a:ext cx="3252854" cy="122396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98" name="object 52"/>
            <p:cNvSpPr/>
            <p:nvPr/>
          </p:nvSpPr>
          <p:spPr>
            <a:xfrm>
              <a:off x="223899" y="90487"/>
              <a:ext cx="2943229" cy="99060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399" name="object 53"/>
            <p:cNvSpPr/>
            <p:nvPr/>
          </p:nvSpPr>
          <p:spPr>
            <a:xfrm>
              <a:off x="147700" y="90487"/>
              <a:ext cx="3019429" cy="990602"/>
            </a:xfrm>
            <a:prstGeom prst="rect">
              <a:avLst/>
            </a:prstGeom>
            <a:noFill/>
            <a:ln w="12700" cap="flat">
              <a:solidFill>
                <a:srgbClr val="E4E7EB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00" name="object 54"/>
            <p:cNvSpPr/>
            <p:nvPr/>
          </p:nvSpPr>
          <p:spPr>
            <a:xfrm>
              <a:off x="147700" y="90487"/>
              <a:ext cx="76202" cy="990602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01" name="object 55"/>
            <p:cNvSpPr/>
            <p:nvPr/>
          </p:nvSpPr>
          <p:spPr>
            <a:xfrm>
              <a:off x="147700" y="90487"/>
              <a:ext cx="76202" cy="990602"/>
            </a:xfrm>
            <a:prstGeom prst="rect">
              <a:avLst/>
            </a:pr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403" name="object 56"/>
          <p:cNvSpPr txBox="1"/>
          <p:nvPr/>
        </p:nvSpPr>
        <p:spPr>
          <a:xfrm>
            <a:off x="5644388" y="3790120"/>
            <a:ext cx="3013077" cy="6902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 indent="167004" algn="ctr">
              <a:spcBef>
                <a:spcPts val="100"/>
              </a:spcBef>
              <a:defRPr b="1" spc="-10" sz="1200">
                <a:solidFill>
                  <a:srgbClr val="1B433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Tap</a:t>
            </a:r>
            <a:r>
              <a:rPr spc="-45"/>
              <a:t> </a:t>
            </a:r>
            <a:r>
              <a:rPr spc="0"/>
              <a:t>any</a:t>
            </a:r>
            <a:r>
              <a:rPr spc="-40"/>
              <a:t> </a:t>
            </a:r>
            <a:r>
              <a:rPr spc="0"/>
              <a:t>sensor</a:t>
            </a:r>
            <a:r>
              <a:rPr spc="15"/>
              <a:t> </a:t>
            </a:r>
            <a:r>
              <a:rPr spc="-25"/>
              <a:t>dot</a:t>
            </a:r>
          </a:p>
          <a:p>
            <a:pPr algn="ctr">
              <a:defRPr sz="1200"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R="440055" indent="259079" algn="ctr">
              <a:lnSpc>
                <a:spcPts val="1200"/>
              </a:lnSpc>
              <a:defRPr sz="11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See</a:t>
            </a:r>
            <a:r>
              <a:rPr spc="9"/>
              <a:t> </a:t>
            </a:r>
            <a:r>
              <a:t>the</a:t>
            </a:r>
            <a:r>
              <a:rPr spc="15"/>
              <a:t> </a:t>
            </a:r>
            <a:r>
              <a:rPr spc="-9"/>
              <a:t>temperature, </a:t>
            </a:r>
            <a:r>
              <a:t>noise</a:t>
            </a:r>
            <a:r>
              <a:rPr spc="15"/>
              <a:t> </a:t>
            </a:r>
            <a:r>
              <a:t>level,</a:t>
            </a:r>
            <a:r>
              <a:rPr spc="-9"/>
              <a:t> </a:t>
            </a:r>
            <a:r>
              <a:t>and</a:t>
            </a:r>
            <a:r>
              <a:rPr spc="-15"/>
              <a:t> </a:t>
            </a:r>
            <a:r>
              <a:rPr spc="-25"/>
              <a:t>air </a:t>
            </a:r>
            <a:r>
              <a:t>quality</a:t>
            </a:r>
            <a:r>
              <a:rPr spc="-19"/>
              <a:t> </a:t>
            </a:r>
            <a:r>
              <a:t>for</a:t>
            </a:r>
            <a:r>
              <a:rPr spc="30"/>
              <a:t> </a:t>
            </a:r>
            <a:r>
              <a:rPr spc="-9"/>
              <a:t>that</a:t>
            </a:r>
            <a:r>
              <a:rPr spc="-30"/>
              <a:t> </a:t>
            </a:r>
            <a:r>
              <a:t>exact</a:t>
            </a:r>
            <a:r>
              <a:rPr spc="-30"/>
              <a:t> </a:t>
            </a:r>
            <a:r>
              <a:rPr spc="-19"/>
              <a:t>spot.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6" name="d"/>
          <p:cNvSpPr/>
          <p:nvPr/>
        </p:nvSpPr>
        <p:spPr>
          <a:xfrm>
            <a:off x="294786" y="1541727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7" name="d"/>
          <p:cNvSpPr/>
          <p:nvPr/>
        </p:nvSpPr>
        <p:spPr>
          <a:xfrm>
            <a:off x="956520" y="2746118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8" name="d"/>
          <p:cNvSpPr/>
          <p:nvPr/>
        </p:nvSpPr>
        <p:spPr>
          <a:xfrm>
            <a:off x="986614" y="3357333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9" name="d"/>
          <p:cNvSpPr/>
          <p:nvPr/>
        </p:nvSpPr>
        <p:spPr>
          <a:xfrm>
            <a:off x="1609827" y="280801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0" name="d"/>
          <p:cNvSpPr/>
          <p:nvPr/>
        </p:nvSpPr>
        <p:spPr>
          <a:xfrm>
            <a:off x="1625755" y="893578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1" name="d"/>
          <p:cNvSpPr/>
          <p:nvPr/>
        </p:nvSpPr>
        <p:spPr>
          <a:xfrm>
            <a:off x="1618619" y="3360032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2" name="d"/>
          <p:cNvSpPr/>
          <p:nvPr/>
        </p:nvSpPr>
        <p:spPr>
          <a:xfrm>
            <a:off x="1648647" y="3987384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3" name="d"/>
          <p:cNvSpPr/>
          <p:nvPr/>
        </p:nvSpPr>
        <p:spPr>
          <a:xfrm>
            <a:off x="2293166" y="2782422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4" name="d"/>
          <p:cNvSpPr/>
          <p:nvPr/>
        </p:nvSpPr>
        <p:spPr>
          <a:xfrm>
            <a:off x="2294843" y="3998767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5" name="d"/>
          <p:cNvSpPr/>
          <p:nvPr/>
        </p:nvSpPr>
        <p:spPr>
          <a:xfrm>
            <a:off x="2969321" y="295426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6" name="d"/>
          <p:cNvSpPr/>
          <p:nvPr/>
        </p:nvSpPr>
        <p:spPr>
          <a:xfrm>
            <a:off x="2971314" y="2760902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7" name="d"/>
          <p:cNvSpPr/>
          <p:nvPr/>
        </p:nvSpPr>
        <p:spPr>
          <a:xfrm>
            <a:off x="2931248" y="4008620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8" name="d"/>
          <p:cNvSpPr/>
          <p:nvPr/>
        </p:nvSpPr>
        <p:spPr>
          <a:xfrm>
            <a:off x="3591840" y="276363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9" name="d"/>
          <p:cNvSpPr/>
          <p:nvPr/>
        </p:nvSpPr>
        <p:spPr>
          <a:xfrm>
            <a:off x="3586965" y="1538009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0" name="d"/>
          <p:cNvSpPr/>
          <p:nvPr/>
        </p:nvSpPr>
        <p:spPr>
          <a:xfrm>
            <a:off x="3635511" y="2752049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1" name="d"/>
          <p:cNvSpPr/>
          <p:nvPr/>
        </p:nvSpPr>
        <p:spPr>
          <a:xfrm>
            <a:off x="4244754" y="299366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2" name="d"/>
          <p:cNvSpPr/>
          <p:nvPr/>
        </p:nvSpPr>
        <p:spPr>
          <a:xfrm>
            <a:off x="4244506" y="2113670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3" name="d"/>
          <p:cNvSpPr/>
          <p:nvPr/>
        </p:nvSpPr>
        <p:spPr>
          <a:xfrm>
            <a:off x="4260538" y="2773896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4" name="d"/>
          <p:cNvSpPr/>
          <p:nvPr/>
        </p:nvSpPr>
        <p:spPr>
          <a:xfrm>
            <a:off x="4269452" y="3993722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5" name="d"/>
          <p:cNvSpPr/>
          <p:nvPr/>
        </p:nvSpPr>
        <p:spPr>
          <a:xfrm>
            <a:off x="4298381" y="4640684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6" name="d"/>
          <p:cNvSpPr/>
          <p:nvPr/>
        </p:nvSpPr>
        <p:spPr>
          <a:xfrm>
            <a:off x="4921910" y="877125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7" name="d"/>
          <p:cNvSpPr/>
          <p:nvPr/>
        </p:nvSpPr>
        <p:spPr>
          <a:xfrm>
            <a:off x="4930969" y="1491766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8" name="d"/>
          <p:cNvSpPr/>
          <p:nvPr/>
        </p:nvSpPr>
        <p:spPr>
          <a:xfrm>
            <a:off x="4924692" y="3378901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9" name="d"/>
          <p:cNvSpPr/>
          <p:nvPr/>
        </p:nvSpPr>
        <p:spPr>
          <a:xfrm>
            <a:off x="4931154" y="3980352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0" name="d"/>
          <p:cNvSpPr/>
          <p:nvPr/>
        </p:nvSpPr>
        <p:spPr>
          <a:xfrm>
            <a:off x="5580495" y="3398022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1" name="d"/>
          <p:cNvSpPr/>
          <p:nvPr/>
        </p:nvSpPr>
        <p:spPr>
          <a:xfrm>
            <a:off x="5572106" y="3984962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2" name="d"/>
          <p:cNvSpPr/>
          <p:nvPr/>
        </p:nvSpPr>
        <p:spPr>
          <a:xfrm>
            <a:off x="6216141" y="897894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3" name="d"/>
          <p:cNvSpPr/>
          <p:nvPr/>
        </p:nvSpPr>
        <p:spPr>
          <a:xfrm>
            <a:off x="6227302" y="1505121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4" name="d"/>
          <p:cNvSpPr/>
          <p:nvPr/>
        </p:nvSpPr>
        <p:spPr>
          <a:xfrm>
            <a:off x="6236232" y="3983296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5" name="d"/>
          <p:cNvSpPr/>
          <p:nvPr/>
        </p:nvSpPr>
        <p:spPr>
          <a:xfrm>
            <a:off x="6249134" y="4637337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6" name="d"/>
          <p:cNvSpPr/>
          <p:nvPr/>
        </p:nvSpPr>
        <p:spPr>
          <a:xfrm>
            <a:off x="6922202" y="247858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7" name="d"/>
          <p:cNvSpPr/>
          <p:nvPr/>
        </p:nvSpPr>
        <p:spPr>
          <a:xfrm>
            <a:off x="6931031" y="1532505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8" name="d"/>
          <p:cNvSpPr/>
          <p:nvPr/>
        </p:nvSpPr>
        <p:spPr>
          <a:xfrm>
            <a:off x="6899433" y="2135783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9" name="d"/>
          <p:cNvSpPr/>
          <p:nvPr/>
        </p:nvSpPr>
        <p:spPr>
          <a:xfrm>
            <a:off x="6877798" y="3987563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0" name="d"/>
          <p:cNvSpPr/>
          <p:nvPr/>
        </p:nvSpPr>
        <p:spPr>
          <a:xfrm>
            <a:off x="8230699" y="890768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1" name="d"/>
          <p:cNvSpPr/>
          <p:nvPr/>
        </p:nvSpPr>
        <p:spPr>
          <a:xfrm>
            <a:off x="8220995" y="4628346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2" name="tx"/>
          <p:cNvSpPr txBox="1"/>
          <p:nvPr/>
        </p:nvSpPr>
        <p:spPr>
          <a:xfrm>
            <a:off x="548640" y="566927"/>
            <a:ext cx="7680960" cy="623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4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Ideas we’re exploring</a:t>
            </a:r>
          </a:p>
        </p:txBody>
      </p:sp>
      <p:sp>
        <p:nvSpPr>
          <p:cNvPr id="443" name="tx"/>
          <p:cNvSpPr txBox="1"/>
          <p:nvPr/>
        </p:nvSpPr>
        <p:spPr>
          <a:xfrm>
            <a:off x="566928" y="1481327"/>
            <a:ext cx="7498079" cy="4151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The slides up to here show what is already running. These next three are ideas we want your feedback on.</a:t>
            </a:r>
          </a:p>
        </p:txBody>
      </p:sp>
      <p:sp>
        <p:nvSpPr>
          <p:cNvPr id="444" name="pn"/>
          <p:cNvSpPr/>
          <p:nvPr/>
        </p:nvSpPr>
        <p:spPr>
          <a:xfrm>
            <a:off x="548640" y="2331720"/>
            <a:ext cx="2560322" cy="2000002"/>
          </a:xfrm>
          <a:prstGeom prst="roundRect">
            <a:avLst>
              <a:gd name="adj" fmla="val 7000"/>
            </a:avLst>
          </a:prstGeom>
          <a:solidFill>
            <a:srgbClr val="2D6A4F">
              <a:alpha val="46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447" name="nc"/>
          <p:cNvGrpSpPr/>
          <p:nvPr/>
        </p:nvGrpSpPr>
        <p:grpSpPr>
          <a:xfrm>
            <a:off x="768096" y="2569464"/>
            <a:ext cx="420625" cy="420627"/>
            <a:chOff x="0" y="0"/>
            <a:chExt cx="420623" cy="420626"/>
          </a:xfrm>
        </p:grpSpPr>
        <p:sp>
          <p:nvSpPr>
            <p:cNvPr id="445" name="Circle"/>
            <p:cNvSpPr/>
            <p:nvPr/>
          </p:nvSpPr>
          <p:spPr>
            <a:xfrm>
              <a:off x="0" y="0"/>
              <a:ext cx="420625" cy="420627"/>
            </a:xfrm>
            <a:prstGeom prst="ellipse">
              <a:avLst/>
            </a:prstGeom>
            <a:solidFill>
              <a:srgbClr val="74C69D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46" name="1"/>
            <p:cNvSpPr txBox="1"/>
            <p:nvPr/>
          </p:nvSpPr>
          <p:spPr>
            <a:xfrm>
              <a:off x="61599" y="105735"/>
              <a:ext cx="297427" cy="2091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600">
                  <a:solidFill>
                    <a:srgbClr val="1B4331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1</a:t>
              </a:r>
            </a:p>
          </p:txBody>
        </p:sp>
      </p:grpSp>
      <p:sp>
        <p:nvSpPr>
          <p:cNvPr id="448" name="tx"/>
          <p:cNvSpPr txBox="1"/>
          <p:nvPr/>
        </p:nvSpPr>
        <p:spPr>
          <a:xfrm>
            <a:off x="768096" y="3172966"/>
            <a:ext cx="2121408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The Coolest Path</a:t>
            </a:r>
          </a:p>
        </p:txBody>
      </p:sp>
      <p:sp>
        <p:nvSpPr>
          <p:cNvPr id="449" name="tx"/>
          <p:cNvSpPr txBox="1"/>
          <p:nvPr/>
        </p:nvSpPr>
        <p:spPr>
          <a:xfrm>
            <a:off x="768096" y="3685032"/>
            <a:ext cx="2121408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Picks a walking route that keeps off the hottest, smokiest streets.</a:t>
            </a:r>
          </a:p>
        </p:txBody>
      </p:sp>
      <p:sp>
        <p:nvSpPr>
          <p:cNvPr id="450" name="pn"/>
          <p:cNvSpPr/>
          <p:nvPr/>
        </p:nvSpPr>
        <p:spPr>
          <a:xfrm>
            <a:off x="3291840" y="2331720"/>
            <a:ext cx="2560322" cy="2000002"/>
          </a:xfrm>
          <a:prstGeom prst="roundRect">
            <a:avLst>
              <a:gd name="adj" fmla="val 7000"/>
            </a:avLst>
          </a:prstGeom>
          <a:solidFill>
            <a:srgbClr val="2D6A4F">
              <a:alpha val="46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453" name="nc"/>
          <p:cNvGrpSpPr/>
          <p:nvPr/>
        </p:nvGrpSpPr>
        <p:grpSpPr>
          <a:xfrm>
            <a:off x="3511296" y="2569464"/>
            <a:ext cx="420627" cy="420627"/>
            <a:chOff x="0" y="0"/>
            <a:chExt cx="420626" cy="420626"/>
          </a:xfrm>
        </p:grpSpPr>
        <p:sp>
          <p:nvSpPr>
            <p:cNvPr id="451" name="Circle"/>
            <p:cNvSpPr/>
            <p:nvPr/>
          </p:nvSpPr>
          <p:spPr>
            <a:xfrm>
              <a:off x="0" y="0"/>
              <a:ext cx="420627" cy="420627"/>
            </a:xfrm>
            <a:prstGeom prst="ellipse">
              <a:avLst/>
            </a:prstGeom>
            <a:solidFill>
              <a:srgbClr val="74C69D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52" name="2"/>
            <p:cNvSpPr txBox="1"/>
            <p:nvPr/>
          </p:nvSpPr>
          <p:spPr>
            <a:xfrm>
              <a:off x="61599" y="105735"/>
              <a:ext cx="297428" cy="2091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600">
                  <a:solidFill>
                    <a:srgbClr val="1B4331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2</a:t>
              </a:r>
            </a:p>
          </p:txBody>
        </p:sp>
      </p:grpSp>
      <p:sp>
        <p:nvSpPr>
          <p:cNvPr id="454" name="tx"/>
          <p:cNvSpPr txBox="1"/>
          <p:nvPr/>
        </p:nvSpPr>
        <p:spPr>
          <a:xfrm>
            <a:off x="3511296" y="3172966"/>
            <a:ext cx="212141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Get alerts</a:t>
            </a:r>
          </a:p>
        </p:txBody>
      </p:sp>
      <p:sp>
        <p:nvSpPr>
          <p:cNvPr id="455" name="tx"/>
          <p:cNvSpPr txBox="1"/>
          <p:nvPr/>
        </p:nvSpPr>
        <p:spPr>
          <a:xfrm>
            <a:off x="3511296" y="3685032"/>
            <a:ext cx="2121410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Sends a free warning before heat or air gets bad, so nobody has to keep checking.</a:t>
            </a:r>
          </a:p>
        </p:txBody>
      </p:sp>
      <p:sp>
        <p:nvSpPr>
          <p:cNvPr id="456" name="pn"/>
          <p:cNvSpPr/>
          <p:nvPr/>
        </p:nvSpPr>
        <p:spPr>
          <a:xfrm>
            <a:off x="6035040" y="2331720"/>
            <a:ext cx="2560322" cy="2000002"/>
          </a:xfrm>
          <a:prstGeom prst="roundRect">
            <a:avLst>
              <a:gd name="adj" fmla="val 7000"/>
            </a:avLst>
          </a:prstGeom>
          <a:solidFill>
            <a:srgbClr val="2D6A4F">
              <a:alpha val="46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grpSp>
        <p:nvGrpSpPr>
          <p:cNvPr id="459" name="nc"/>
          <p:cNvGrpSpPr/>
          <p:nvPr/>
        </p:nvGrpSpPr>
        <p:grpSpPr>
          <a:xfrm>
            <a:off x="6254496" y="2569464"/>
            <a:ext cx="420627" cy="420627"/>
            <a:chOff x="0" y="0"/>
            <a:chExt cx="420626" cy="420626"/>
          </a:xfrm>
        </p:grpSpPr>
        <p:sp>
          <p:nvSpPr>
            <p:cNvPr id="457" name="Circle"/>
            <p:cNvSpPr/>
            <p:nvPr/>
          </p:nvSpPr>
          <p:spPr>
            <a:xfrm>
              <a:off x="0" y="0"/>
              <a:ext cx="420627" cy="420627"/>
            </a:xfrm>
            <a:prstGeom prst="ellipse">
              <a:avLst/>
            </a:prstGeom>
            <a:solidFill>
              <a:srgbClr val="74C69D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58" name="3"/>
            <p:cNvSpPr txBox="1"/>
            <p:nvPr/>
          </p:nvSpPr>
          <p:spPr>
            <a:xfrm>
              <a:off x="61599" y="105735"/>
              <a:ext cx="297428" cy="20915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0" tIns="0" rIns="0" bIns="0" numCol="1" anchor="ctr">
              <a:spAutoFit/>
            </a:bodyPr>
            <a:lstStyle>
              <a:lvl1pPr algn="ctr">
                <a:defRPr b="1" sz="1600">
                  <a:solidFill>
                    <a:srgbClr val="1B4331"/>
                  </a:solidFill>
                  <a:latin typeface="Calibri"/>
                  <a:ea typeface="Calibri"/>
                  <a:cs typeface="Calibri"/>
                  <a:sym typeface="Calibri"/>
                </a:defRPr>
              </a:lvl1pPr>
            </a:lstStyle>
            <a:p>
              <a:pPr/>
              <a:r>
                <a:t>3</a:t>
              </a:r>
            </a:p>
          </p:txBody>
        </p:sp>
      </p:grpSp>
      <p:sp>
        <p:nvSpPr>
          <p:cNvPr id="460" name="tx"/>
          <p:cNvSpPr txBox="1"/>
          <p:nvPr/>
        </p:nvSpPr>
        <p:spPr>
          <a:xfrm>
            <a:off x="6254496" y="3172966"/>
            <a:ext cx="2121410" cy="4179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Your neighborhood, right now</a:t>
            </a:r>
          </a:p>
        </p:txBody>
      </p:sp>
      <p:sp>
        <p:nvSpPr>
          <p:cNvPr id="461" name="tx"/>
          <p:cNvSpPr txBox="1"/>
          <p:nvPr/>
        </p:nvSpPr>
        <p:spPr>
          <a:xfrm>
            <a:off x="6254496" y="3685032"/>
            <a:ext cx="2121410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100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One screen showing how the whole area is doing at this moment.</a:t>
            </a:r>
          </a:p>
        </p:txBody>
      </p:sp>
      <p:sp>
        <p:nvSpPr>
          <p:cNvPr id="462" name="tx"/>
          <p:cNvSpPr txBox="1"/>
          <p:nvPr/>
        </p:nvSpPr>
        <p:spPr>
          <a:xfrm>
            <a:off x="548639" y="4407408"/>
            <a:ext cx="3657603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commonsensesproject.org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object 212"/>
          <p:cNvSpPr txBox="1"/>
          <p:nvPr/>
        </p:nvSpPr>
        <p:spPr>
          <a:xfrm>
            <a:off x="353376" y="4923875"/>
            <a:ext cx="13973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49860">
              <a:defRPr spc="-10" sz="900">
                <a:solidFill>
                  <a:srgbClr val="74C59D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commonsensesproject.org</a:t>
            </a:r>
          </a:p>
        </p:txBody>
      </p:sp>
      <p:sp>
        <p:nvSpPr>
          <p:cNvPr id="465" name="object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466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635" y="274699"/>
            <a:ext cx="69852" cy="69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69" name="object 4"/>
          <p:cNvGrpSpPr/>
          <p:nvPr/>
        </p:nvGrpSpPr>
        <p:grpSpPr>
          <a:xfrm>
            <a:off x="280985" y="785876"/>
            <a:ext cx="57152" cy="47627"/>
            <a:chOff x="0" y="0"/>
            <a:chExt cx="57150" cy="47626"/>
          </a:xfrm>
        </p:grpSpPr>
        <p:sp>
          <p:nvSpPr>
            <p:cNvPr id="467" name="object 5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6595" y="840"/>
                  </a:lnTo>
                  <a:lnTo>
                    <a:pt x="3162" y="3139"/>
                  </a:lnTo>
                  <a:lnTo>
                    <a:pt x="848" y="6561"/>
                  </a:lnTo>
                  <a:lnTo>
                    <a:pt x="0" y="10771"/>
                  </a:lnTo>
                  <a:lnTo>
                    <a:pt x="848" y="14990"/>
                  </a:lnTo>
                  <a:lnTo>
                    <a:pt x="3162" y="18432"/>
                  </a:lnTo>
                  <a:lnTo>
                    <a:pt x="6595" y="20750"/>
                  </a:lnTo>
                  <a:lnTo>
                    <a:pt x="10800" y="21600"/>
                  </a:lnTo>
                  <a:lnTo>
                    <a:pt x="15004" y="20750"/>
                  </a:lnTo>
                  <a:lnTo>
                    <a:pt x="18437" y="18432"/>
                  </a:lnTo>
                  <a:lnTo>
                    <a:pt x="20751" y="14990"/>
                  </a:lnTo>
                  <a:lnTo>
                    <a:pt x="21600" y="10771"/>
                  </a:lnTo>
                  <a:lnTo>
                    <a:pt x="20751" y="6561"/>
                  </a:lnTo>
                  <a:lnTo>
                    <a:pt x="18437" y="3139"/>
                  </a:lnTo>
                  <a:lnTo>
                    <a:pt x="15004" y="8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68" name="object 6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71"/>
                  </a:moveTo>
                  <a:lnTo>
                    <a:pt x="848" y="6561"/>
                  </a:lnTo>
                  <a:lnTo>
                    <a:pt x="3162" y="3139"/>
                  </a:lnTo>
                  <a:lnTo>
                    <a:pt x="6595" y="840"/>
                  </a:lnTo>
                  <a:lnTo>
                    <a:pt x="10800" y="0"/>
                  </a:lnTo>
                  <a:lnTo>
                    <a:pt x="15004" y="840"/>
                  </a:lnTo>
                  <a:lnTo>
                    <a:pt x="18437" y="3139"/>
                  </a:lnTo>
                  <a:lnTo>
                    <a:pt x="20751" y="6561"/>
                  </a:lnTo>
                  <a:lnTo>
                    <a:pt x="21600" y="10771"/>
                  </a:lnTo>
                  <a:lnTo>
                    <a:pt x="20751" y="14990"/>
                  </a:lnTo>
                  <a:lnTo>
                    <a:pt x="18437" y="18432"/>
                  </a:lnTo>
                  <a:lnTo>
                    <a:pt x="15004" y="20750"/>
                  </a:lnTo>
                  <a:lnTo>
                    <a:pt x="10800" y="21600"/>
                  </a:lnTo>
                  <a:lnTo>
                    <a:pt x="6595" y="20750"/>
                  </a:lnTo>
                  <a:lnTo>
                    <a:pt x="3162" y="18432"/>
                  </a:lnTo>
                  <a:lnTo>
                    <a:pt x="848" y="14990"/>
                  </a:lnTo>
                  <a:lnTo>
                    <a:pt x="0" y="10771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470" name="object 7" descr="object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635" y="1274824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471" name="object 8" descr="object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635" y="1779651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472" name="object 9" descr="object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635" y="2284476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473" name="object 10" descr="object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635" y="2789301"/>
            <a:ext cx="69852" cy="69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76" name="object 11"/>
          <p:cNvGrpSpPr/>
          <p:nvPr/>
        </p:nvGrpSpPr>
        <p:grpSpPr>
          <a:xfrm>
            <a:off x="280985" y="3300476"/>
            <a:ext cx="57152" cy="47627"/>
            <a:chOff x="0" y="0"/>
            <a:chExt cx="57150" cy="47626"/>
          </a:xfrm>
        </p:grpSpPr>
        <p:sp>
          <p:nvSpPr>
            <p:cNvPr id="474" name="object 12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6595" y="840"/>
                  </a:lnTo>
                  <a:lnTo>
                    <a:pt x="3162" y="3139"/>
                  </a:lnTo>
                  <a:lnTo>
                    <a:pt x="848" y="6561"/>
                  </a:lnTo>
                  <a:lnTo>
                    <a:pt x="0" y="10771"/>
                  </a:lnTo>
                  <a:lnTo>
                    <a:pt x="848" y="14990"/>
                  </a:lnTo>
                  <a:lnTo>
                    <a:pt x="3162" y="18432"/>
                  </a:lnTo>
                  <a:lnTo>
                    <a:pt x="6595" y="20750"/>
                  </a:lnTo>
                  <a:lnTo>
                    <a:pt x="10800" y="21600"/>
                  </a:lnTo>
                  <a:lnTo>
                    <a:pt x="15004" y="20750"/>
                  </a:lnTo>
                  <a:lnTo>
                    <a:pt x="18437" y="18432"/>
                  </a:lnTo>
                  <a:lnTo>
                    <a:pt x="20751" y="14990"/>
                  </a:lnTo>
                  <a:lnTo>
                    <a:pt x="21600" y="10771"/>
                  </a:lnTo>
                  <a:lnTo>
                    <a:pt x="20751" y="6561"/>
                  </a:lnTo>
                  <a:lnTo>
                    <a:pt x="18437" y="3139"/>
                  </a:lnTo>
                  <a:lnTo>
                    <a:pt x="15004" y="8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75" name="object 13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71"/>
                  </a:moveTo>
                  <a:lnTo>
                    <a:pt x="848" y="6561"/>
                  </a:lnTo>
                  <a:lnTo>
                    <a:pt x="3162" y="3139"/>
                  </a:lnTo>
                  <a:lnTo>
                    <a:pt x="6595" y="840"/>
                  </a:lnTo>
                  <a:lnTo>
                    <a:pt x="10800" y="0"/>
                  </a:lnTo>
                  <a:lnTo>
                    <a:pt x="15004" y="840"/>
                  </a:lnTo>
                  <a:lnTo>
                    <a:pt x="18437" y="3139"/>
                  </a:lnTo>
                  <a:lnTo>
                    <a:pt x="20751" y="6561"/>
                  </a:lnTo>
                  <a:lnTo>
                    <a:pt x="21600" y="10771"/>
                  </a:lnTo>
                  <a:lnTo>
                    <a:pt x="20751" y="14990"/>
                  </a:lnTo>
                  <a:lnTo>
                    <a:pt x="18437" y="18432"/>
                  </a:lnTo>
                  <a:lnTo>
                    <a:pt x="15004" y="20750"/>
                  </a:lnTo>
                  <a:lnTo>
                    <a:pt x="10800" y="21600"/>
                  </a:lnTo>
                  <a:lnTo>
                    <a:pt x="6595" y="20750"/>
                  </a:lnTo>
                  <a:lnTo>
                    <a:pt x="3162" y="18432"/>
                  </a:lnTo>
                  <a:lnTo>
                    <a:pt x="848" y="14990"/>
                  </a:lnTo>
                  <a:lnTo>
                    <a:pt x="0" y="10771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477" name="object 14" descr="object 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4635" y="3789426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478" name="object 15" descr="object 1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74635" y="4294187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479" name="object 16" descr="object 16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74635" y="4799012"/>
            <a:ext cx="69852" cy="69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82" name="object 17"/>
          <p:cNvGrpSpPr/>
          <p:nvPr/>
        </p:nvGrpSpPr>
        <p:grpSpPr>
          <a:xfrm>
            <a:off x="785812" y="281049"/>
            <a:ext cx="47627" cy="57152"/>
            <a:chOff x="0" y="0"/>
            <a:chExt cx="47626" cy="57150"/>
          </a:xfrm>
        </p:grpSpPr>
        <p:sp>
          <p:nvSpPr>
            <p:cNvPr id="480" name="object 18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6597" y="844"/>
                  </a:lnTo>
                  <a:lnTo>
                    <a:pt x="3164" y="3150"/>
                  </a:lnTo>
                  <a:lnTo>
                    <a:pt x="849" y="6581"/>
                  </a:lnTo>
                  <a:lnTo>
                    <a:pt x="0" y="10800"/>
                  </a:lnTo>
                  <a:lnTo>
                    <a:pt x="849" y="14998"/>
                  </a:lnTo>
                  <a:lnTo>
                    <a:pt x="3164" y="18432"/>
                  </a:lnTo>
                  <a:lnTo>
                    <a:pt x="6597" y="20749"/>
                  </a:lnTo>
                  <a:lnTo>
                    <a:pt x="10800" y="21600"/>
                  </a:lnTo>
                  <a:lnTo>
                    <a:pt x="15005" y="20749"/>
                  </a:lnTo>
                  <a:lnTo>
                    <a:pt x="18437" y="18432"/>
                  </a:lnTo>
                  <a:lnTo>
                    <a:pt x="20751" y="14998"/>
                  </a:lnTo>
                  <a:lnTo>
                    <a:pt x="21600" y="10800"/>
                  </a:lnTo>
                  <a:lnTo>
                    <a:pt x="20751" y="6581"/>
                  </a:lnTo>
                  <a:lnTo>
                    <a:pt x="18437" y="3150"/>
                  </a:lnTo>
                  <a:lnTo>
                    <a:pt x="15005" y="844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81" name="object 19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849" y="6581"/>
                  </a:lnTo>
                  <a:lnTo>
                    <a:pt x="3164" y="3150"/>
                  </a:lnTo>
                  <a:lnTo>
                    <a:pt x="6597" y="844"/>
                  </a:lnTo>
                  <a:lnTo>
                    <a:pt x="10800" y="0"/>
                  </a:lnTo>
                  <a:lnTo>
                    <a:pt x="15005" y="844"/>
                  </a:lnTo>
                  <a:lnTo>
                    <a:pt x="18437" y="3150"/>
                  </a:lnTo>
                  <a:lnTo>
                    <a:pt x="20751" y="6581"/>
                  </a:lnTo>
                  <a:lnTo>
                    <a:pt x="21600" y="10800"/>
                  </a:lnTo>
                  <a:lnTo>
                    <a:pt x="20751" y="14998"/>
                  </a:lnTo>
                  <a:lnTo>
                    <a:pt x="18437" y="18432"/>
                  </a:lnTo>
                  <a:lnTo>
                    <a:pt x="15005" y="20749"/>
                  </a:lnTo>
                  <a:lnTo>
                    <a:pt x="10800" y="21600"/>
                  </a:lnTo>
                  <a:lnTo>
                    <a:pt x="6597" y="20749"/>
                  </a:lnTo>
                  <a:lnTo>
                    <a:pt x="3164" y="18432"/>
                  </a:lnTo>
                  <a:lnTo>
                    <a:pt x="849" y="14998"/>
                  </a:lnTo>
                  <a:lnTo>
                    <a:pt x="0" y="10800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485" name="object 20"/>
          <p:cNvGrpSpPr/>
          <p:nvPr/>
        </p:nvGrpSpPr>
        <p:grpSpPr>
          <a:xfrm>
            <a:off x="785812" y="785876"/>
            <a:ext cx="47627" cy="47627"/>
            <a:chOff x="0" y="0"/>
            <a:chExt cx="47626" cy="47626"/>
          </a:xfrm>
        </p:grpSpPr>
        <p:sp>
          <p:nvSpPr>
            <p:cNvPr id="483" name="object 21"/>
            <p:cNvSpPr/>
            <p:nvPr/>
          </p:nvSpPr>
          <p:spPr>
            <a:xfrm>
              <a:off x="0" y="0"/>
              <a:ext cx="47627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6597" y="840"/>
                  </a:lnTo>
                  <a:lnTo>
                    <a:pt x="3164" y="3139"/>
                  </a:lnTo>
                  <a:lnTo>
                    <a:pt x="849" y="6561"/>
                  </a:lnTo>
                  <a:lnTo>
                    <a:pt x="0" y="10771"/>
                  </a:lnTo>
                  <a:lnTo>
                    <a:pt x="849" y="14990"/>
                  </a:lnTo>
                  <a:lnTo>
                    <a:pt x="3164" y="18432"/>
                  </a:lnTo>
                  <a:lnTo>
                    <a:pt x="6597" y="20750"/>
                  </a:lnTo>
                  <a:lnTo>
                    <a:pt x="10800" y="21600"/>
                  </a:lnTo>
                  <a:lnTo>
                    <a:pt x="15005" y="20750"/>
                  </a:lnTo>
                  <a:lnTo>
                    <a:pt x="18437" y="18432"/>
                  </a:lnTo>
                  <a:lnTo>
                    <a:pt x="20751" y="14990"/>
                  </a:lnTo>
                  <a:lnTo>
                    <a:pt x="21600" y="10771"/>
                  </a:lnTo>
                  <a:lnTo>
                    <a:pt x="20751" y="6561"/>
                  </a:lnTo>
                  <a:lnTo>
                    <a:pt x="18437" y="3139"/>
                  </a:lnTo>
                  <a:lnTo>
                    <a:pt x="15005" y="8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84" name="object 22"/>
            <p:cNvSpPr/>
            <p:nvPr/>
          </p:nvSpPr>
          <p:spPr>
            <a:xfrm>
              <a:off x="0" y="0"/>
              <a:ext cx="47627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71"/>
                  </a:moveTo>
                  <a:lnTo>
                    <a:pt x="849" y="6561"/>
                  </a:lnTo>
                  <a:lnTo>
                    <a:pt x="3164" y="3139"/>
                  </a:lnTo>
                  <a:lnTo>
                    <a:pt x="6597" y="840"/>
                  </a:lnTo>
                  <a:lnTo>
                    <a:pt x="10800" y="0"/>
                  </a:lnTo>
                  <a:lnTo>
                    <a:pt x="15005" y="840"/>
                  </a:lnTo>
                  <a:lnTo>
                    <a:pt x="18437" y="3139"/>
                  </a:lnTo>
                  <a:lnTo>
                    <a:pt x="20751" y="6561"/>
                  </a:lnTo>
                  <a:lnTo>
                    <a:pt x="21600" y="10771"/>
                  </a:lnTo>
                  <a:lnTo>
                    <a:pt x="20751" y="14990"/>
                  </a:lnTo>
                  <a:lnTo>
                    <a:pt x="18437" y="18432"/>
                  </a:lnTo>
                  <a:lnTo>
                    <a:pt x="15005" y="20750"/>
                  </a:lnTo>
                  <a:lnTo>
                    <a:pt x="10800" y="21600"/>
                  </a:lnTo>
                  <a:lnTo>
                    <a:pt x="6597" y="20750"/>
                  </a:lnTo>
                  <a:lnTo>
                    <a:pt x="3164" y="18432"/>
                  </a:lnTo>
                  <a:lnTo>
                    <a:pt x="849" y="14990"/>
                  </a:lnTo>
                  <a:lnTo>
                    <a:pt x="0" y="10771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488" name="object 23"/>
          <p:cNvGrpSpPr/>
          <p:nvPr/>
        </p:nvGrpSpPr>
        <p:grpSpPr>
          <a:xfrm>
            <a:off x="785812" y="1281174"/>
            <a:ext cx="47627" cy="57152"/>
            <a:chOff x="0" y="0"/>
            <a:chExt cx="47626" cy="57150"/>
          </a:xfrm>
        </p:grpSpPr>
        <p:sp>
          <p:nvSpPr>
            <p:cNvPr id="486" name="object 24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6597" y="844"/>
                  </a:lnTo>
                  <a:lnTo>
                    <a:pt x="3164" y="3150"/>
                  </a:lnTo>
                  <a:lnTo>
                    <a:pt x="849" y="6581"/>
                  </a:lnTo>
                  <a:lnTo>
                    <a:pt x="0" y="10800"/>
                  </a:lnTo>
                  <a:lnTo>
                    <a:pt x="849" y="14998"/>
                  </a:lnTo>
                  <a:lnTo>
                    <a:pt x="3164" y="18432"/>
                  </a:lnTo>
                  <a:lnTo>
                    <a:pt x="6597" y="20749"/>
                  </a:lnTo>
                  <a:lnTo>
                    <a:pt x="10800" y="21600"/>
                  </a:lnTo>
                  <a:lnTo>
                    <a:pt x="15005" y="20749"/>
                  </a:lnTo>
                  <a:lnTo>
                    <a:pt x="18437" y="18432"/>
                  </a:lnTo>
                  <a:lnTo>
                    <a:pt x="20751" y="14998"/>
                  </a:lnTo>
                  <a:lnTo>
                    <a:pt x="21600" y="10800"/>
                  </a:lnTo>
                  <a:lnTo>
                    <a:pt x="20751" y="6581"/>
                  </a:lnTo>
                  <a:lnTo>
                    <a:pt x="18437" y="3150"/>
                  </a:lnTo>
                  <a:lnTo>
                    <a:pt x="15005" y="844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87" name="object 25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849" y="6581"/>
                  </a:lnTo>
                  <a:lnTo>
                    <a:pt x="3164" y="3150"/>
                  </a:lnTo>
                  <a:lnTo>
                    <a:pt x="6597" y="844"/>
                  </a:lnTo>
                  <a:lnTo>
                    <a:pt x="10800" y="0"/>
                  </a:lnTo>
                  <a:lnTo>
                    <a:pt x="15005" y="844"/>
                  </a:lnTo>
                  <a:lnTo>
                    <a:pt x="18437" y="3150"/>
                  </a:lnTo>
                  <a:lnTo>
                    <a:pt x="20751" y="6581"/>
                  </a:lnTo>
                  <a:lnTo>
                    <a:pt x="21600" y="10800"/>
                  </a:lnTo>
                  <a:lnTo>
                    <a:pt x="20751" y="14998"/>
                  </a:lnTo>
                  <a:lnTo>
                    <a:pt x="18437" y="18432"/>
                  </a:lnTo>
                  <a:lnTo>
                    <a:pt x="15005" y="20749"/>
                  </a:lnTo>
                  <a:lnTo>
                    <a:pt x="10800" y="21600"/>
                  </a:lnTo>
                  <a:lnTo>
                    <a:pt x="6597" y="20749"/>
                  </a:lnTo>
                  <a:lnTo>
                    <a:pt x="3164" y="18432"/>
                  </a:lnTo>
                  <a:lnTo>
                    <a:pt x="849" y="14998"/>
                  </a:lnTo>
                  <a:lnTo>
                    <a:pt x="0" y="10800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491" name="object 26"/>
          <p:cNvGrpSpPr/>
          <p:nvPr/>
        </p:nvGrpSpPr>
        <p:grpSpPr>
          <a:xfrm>
            <a:off x="785812" y="1786001"/>
            <a:ext cx="47627" cy="57152"/>
            <a:chOff x="0" y="0"/>
            <a:chExt cx="47626" cy="57150"/>
          </a:xfrm>
        </p:grpSpPr>
        <p:sp>
          <p:nvSpPr>
            <p:cNvPr id="489" name="object 27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6597" y="844"/>
                  </a:lnTo>
                  <a:lnTo>
                    <a:pt x="3164" y="3150"/>
                  </a:lnTo>
                  <a:lnTo>
                    <a:pt x="849" y="6581"/>
                  </a:lnTo>
                  <a:lnTo>
                    <a:pt x="0" y="10800"/>
                  </a:lnTo>
                  <a:lnTo>
                    <a:pt x="849" y="14998"/>
                  </a:lnTo>
                  <a:lnTo>
                    <a:pt x="3164" y="18432"/>
                  </a:lnTo>
                  <a:lnTo>
                    <a:pt x="6597" y="20749"/>
                  </a:lnTo>
                  <a:lnTo>
                    <a:pt x="10800" y="21600"/>
                  </a:lnTo>
                  <a:lnTo>
                    <a:pt x="15005" y="20749"/>
                  </a:lnTo>
                  <a:lnTo>
                    <a:pt x="18437" y="18432"/>
                  </a:lnTo>
                  <a:lnTo>
                    <a:pt x="20751" y="14998"/>
                  </a:lnTo>
                  <a:lnTo>
                    <a:pt x="21600" y="10800"/>
                  </a:lnTo>
                  <a:lnTo>
                    <a:pt x="20751" y="6581"/>
                  </a:lnTo>
                  <a:lnTo>
                    <a:pt x="18437" y="3150"/>
                  </a:lnTo>
                  <a:lnTo>
                    <a:pt x="15005" y="844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90" name="object 28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849" y="6581"/>
                  </a:lnTo>
                  <a:lnTo>
                    <a:pt x="3164" y="3150"/>
                  </a:lnTo>
                  <a:lnTo>
                    <a:pt x="6597" y="844"/>
                  </a:lnTo>
                  <a:lnTo>
                    <a:pt x="10800" y="0"/>
                  </a:lnTo>
                  <a:lnTo>
                    <a:pt x="15005" y="844"/>
                  </a:lnTo>
                  <a:lnTo>
                    <a:pt x="18437" y="3150"/>
                  </a:lnTo>
                  <a:lnTo>
                    <a:pt x="20751" y="6581"/>
                  </a:lnTo>
                  <a:lnTo>
                    <a:pt x="21600" y="10800"/>
                  </a:lnTo>
                  <a:lnTo>
                    <a:pt x="20751" y="14998"/>
                  </a:lnTo>
                  <a:lnTo>
                    <a:pt x="18437" y="18432"/>
                  </a:lnTo>
                  <a:lnTo>
                    <a:pt x="15005" y="20749"/>
                  </a:lnTo>
                  <a:lnTo>
                    <a:pt x="10800" y="21600"/>
                  </a:lnTo>
                  <a:lnTo>
                    <a:pt x="6597" y="20749"/>
                  </a:lnTo>
                  <a:lnTo>
                    <a:pt x="3164" y="18432"/>
                  </a:lnTo>
                  <a:lnTo>
                    <a:pt x="849" y="14998"/>
                  </a:lnTo>
                  <a:lnTo>
                    <a:pt x="0" y="10800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494" name="object 29"/>
          <p:cNvGrpSpPr/>
          <p:nvPr/>
        </p:nvGrpSpPr>
        <p:grpSpPr>
          <a:xfrm>
            <a:off x="785812" y="4805362"/>
            <a:ext cx="47627" cy="57152"/>
            <a:chOff x="0" y="0"/>
            <a:chExt cx="47626" cy="57150"/>
          </a:xfrm>
        </p:grpSpPr>
        <p:sp>
          <p:nvSpPr>
            <p:cNvPr id="492" name="object 30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6597" y="848"/>
                  </a:lnTo>
                  <a:lnTo>
                    <a:pt x="3164" y="3162"/>
                  </a:lnTo>
                  <a:lnTo>
                    <a:pt x="849" y="6595"/>
                  </a:lnTo>
                  <a:lnTo>
                    <a:pt x="0" y="10800"/>
                  </a:lnTo>
                  <a:lnTo>
                    <a:pt x="849" y="15004"/>
                  </a:lnTo>
                  <a:lnTo>
                    <a:pt x="3164" y="18437"/>
                  </a:lnTo>
                  <a:lnTo>
                    <a:pt x="6597" y="20751"/>
                  </a:lnTo>
                  <a:lnTo>
                    <a:pt x="10800" y="21600"/>
                  </a:lnTo>
                  <a:lnTo>
                    <a:pt x="15005" y="20751"/>
                  </a:lnTo>
                  <a:lnTo>
                    <a:pt x="18437" y="18437"/>
                  </a:lnTo>
                  <a:lnTo>
                    <a:pt x="20751" y="15004"/>
                  </a:lnTo>
                  <a:lnTo>
                    <a:pt x="21600" y="10800"/>
                  </a:lnTo>
                  <a:lnTo>
                    <a:pt x="20751" y="6595"/>
                  </a:lnTo>
                  <a:lnTo>
                    <a:pt x="18437" y="3162"/>
                  </a:lnTo>
                  <a:lnTo>
                    <a:pt x="15005" y="848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93" name="object 31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849" y="6595"/>
                  </a:lnTo>
                  <a:lnTo>
                    <a:pt x="3164" y="3162"/>
                  </a:lnTo>
                  <a:lnTo>
                    <a:pt x="6597" y="848"/>
                  </a:lnTo>
                  <a:lnTo>
                    <a:pt x="10800" y="0"/>
                  </a:lnTo>
                  <a:lnTo>
                    <a:pt x="15005" y="848"/>
                  </a:lnTo>
                  <a:lnTo>
                    <a:pt x="18437" y="3162"/>
                  </a:lnTo>
                  <a:lnTo>
                    <a:pt x="20751" y="6595"/>
                  </a:lnTo>
                  <a:lnTo>
                    <a:pt x="21600" y="10800"/>
                  </a:lnTo>
                  <a:lnTo>
                    <a:pt x="20751" y="15004"/>
                  </a:lnTo>
                  <a:lnTo>
                    <a:pt x="18437" y="18437"/>
                  </a:lnTo>
                  <a:lnTo>
                    <a:pt x="15005" y="20751"/>
                  </a:lnTo>
                  <a:lnTo>
                    <a:pt x="10800" y="21600"/>
                  </a:lnTo>
                  <a:lnTo>
                    <a:pt x="6597" y="20751"/>
                  </a:lnTo>
                  <a:lnTo>
                    <a:pt x="3164" y="18437"/>
                  </a:lnTo>
                  <a:lnTo>
                    <a:pt x="849" y="15004"/>
                  </a:lnTo>
                  <a:lnTo>
                    <a:pt x="0" y="10800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495" name="object 32" descr="object 3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74824" y="274699"/>
            <a:ext cx="69852" cy="69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498" name="object 33"/>
          <p:cNvGrpSpPr/>
          <p:nvPr/>
        </p:nvGrpSpPr>
        <p:grpSpPr>
          <a:xfrm>
            <a:off x="1281174" y="785876"/>
            <a:ext cx="57152" cy="47627"/>
            <a:chOff x="0" y="0"/>
            <a:chExt cx="57150" cy="47626"/>
          </a:xfrm>
        </p:grpSpPr>
        <p:sp>
          <p:nvSpPr>
            <p:cNvPr id="496" name="object 34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6581" y="840"/>
                  </a:lnTo>
                  <a:lnTo>
                    <a:pt x="3150" y="3139"/>
                  </a:lnTo>
                  <a:lnTo>
                    <a:pt x="844" y="6561"/>
                  </a:lnTo>
                  <a:lnTo>
                    <a:pt x="0" y="10771"/>
                  </a:lnTo>
                  <a:lnTo>
                    <a:pt x="844" y="14990"/>
                  </a:lnTo>
                  <a:lnTo>
                    <a:pt x="3150" y="18432"/>
                  </a:lnTo>
                  <a:lnTo>
                    <a:pt x="6581" y="20750"/>
                  </a:lnTo>
                  <a:lnTo>
                    <a:pt x="10800" y="21600"/>
                  </a:lnTo>
                  <a:lnTo>
                    <a:pt x="14998" y="20750"/>
                  </a:lnTo>
                  <a:lnTo>
                    <a:pt x="18432" y="18432"/>
                  </a:lnTo>
                  <a:lnTo>
                    <a:pt x="20749" y="14990"/>
                  </a:lnTo>
                  <a:lnTo>
                    <a:pt x="21600" y="10771"/>
                  </a:lnTo>
                  <a:lnTo>
                    <a:pt x="20749" y="6561"/>
                  </a:lnTo>
                  <a:lnTo>
                    <a:pt x="18432" y="3139"/>
                  </a:lnTo>
                  <a:lnTo>
                    <a:pt x="14998" y="8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97" name="object 35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71"/>
                  </a:moveTo>
                  <a:lnTo>
                    <a:pt x="844" y="6561"/>
                  </a:lnTo>
                  <a:lnTo>
                    <a:pt x="3150" y="3139"/>
                  </a:lnTo>
                  <a:lnTo>
                    <a:pt x="6581" y="840"/>
                  </a:lnTo>
                  <a:lnTo>
                    <a:pt x="10800" y="0"/>
                  </a:lnTo>
                  <a:lnTo>
                    <a:pt x="14998" y="840"/>
                  </a:lnTo>
                  <a:lnTo>
                    <a:pt x="18432" y="3139"/>
                  </a:lnTo>
                  <a:lnTo>
                    <a:pt x="20749" y="6561"/>
                  </a:lnTo>
                  <a:lnTo>
                    <a:pt x="21600" y="10771"/>
                  </a:lnTo>
                  <a:lnTo>
                    <a:pt x="20749" y="14990"/>
                  </a:lnTo>
                  <a:lnTo>
                    <a:pt x="18432" y="18432"/>
                  </a:lnTo>
                  <a:lnTo>
                    <a:pt x="14998" y="20750"/>
                  </a:lnTo>
                  <a:lnTo>
                    <a:pt x="10800" y="21600"/>
                  </a:lnTo>
                  <a:lnTo>
                    <a:pt x="6581" y="20750"/>
                  </a:lnTo>
                  <a:lnTo>
                    <a:pt x="3150" y="18432"/>
                  </a:lnTo>
                  <a:lnTo>
                    <a:pt x="844" y="14990"/>
                  </a:lnTo>
                  <a:lnTo>
                    <a:pt x="0" y="10771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499" name="object 36" descr="object 3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74824" y="1274824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00" name="object 37" descr="object 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274824" y="1779651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01" name="object 38" descr="object 3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274824" y="4799012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02" name="object 39" descr="object 3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79651" y="274699"/>
            <a:ext cx="69852" cy="69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05" name="object 40"/>
          <p:cNvGrpSpPr/>
          <p:nvPr/>
        </p:nvGrpSpPr>
        <p:grpSpPr>
          <a:xfrm>
            <a:off x="1786001" y="785876"/>
            <a:ext cx="57152" cy="47627"/>
            <a:chOff x="0" y="0"/>
            <a:chExt cx="57150" cy="47626"/>
          </a:xfrm>
        </p:grpSpPr>
        <p:sp>
          <p:nvSpPr>
            <p:cNvPr id="503" name="object 41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6581" y="840"/>
                  </a:lnTo>
                  <a:lnTo>
                    <a:pt x="3150" y="3139"/>
                  </a:lnTo>
                  <a:lnTo>
                    <a:pt x="844" y="6561"/>
                  </a:lnTo>
                  <a:lnTo>
                    <a:pt x="0" y="10771"/>
                  </a:lnTo>
                  <a:lnTo>
                    <a:pt x="844" y="14990"/>
                  </a:lnTo>
                  <a:lnTo>
                    <a:pt x="3150" y="18432"/>
                  </a:lnTo>
                  <a:lnTo>
                    <a:pt x="6581" y="20750"/>
                  </a:lnTo>
                  <a:lnTo>
                    <a:pt x="10800" y="21600"/>
                  </a:lnTo>
                  <a:lnTo>
                    <a:pt x="14998" y="20750"/>
                  </a:lnTo>
                  <a:lnTo>
                    <a:pt x="18432" y="18432"/>
                  </a:lnTo>
                  <a:lnTo>
                    <a:pt x="20749" y="14990"/>
                  </a:lnTo>
                  <a:lnTo>
                    <a:pt x="21600" y="10771"/>
                  </a:lnTo>
                  <a:lnTo>
                    <a:pt x="20749" y="6561"/>
                  </a:lnTo>
                  <a:lnTo>
                    <a:pt x="18432" y="3139"/>
                  </a:lnTo>
                  <a:lnTo>
                    <a:pt x="14998" y="8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04" name="object 42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71"/>
                  </a:moveTo>
                  <a:lnTo>
                    <a:pt x="844" y="6561"/>
                  </a:lnTo>
                  <a:lnTo>
                    <a:pt x="3150" y="3139"/>
                  </a:lnTo>
                  <a:lnTo>
                    <a:pt x="6581" y="840"/>
                  </a:lnTo>
                  <a:lnTo>
                    <a:pt x="10800" y="0"/>
                  </a:lnTo>
                  <a:lnTo>
                    <a:pt x="14998" y="840"/>
                  </a:lnTo>
                  <a:lnTo>
                    <a:pt x="18432" y="3139"/>
                  </a:lnTo>
                  <a:lnTo>
                    <a:pt x="20749" y="6561"/>
                  </a:lnTo>
                  <a:lnTo>
                    <a:pt x="21600" y="10771"/>
                  </a:lnTo>
                  <a:lnTo>
                    <a:pt x="20749" y="14990"/>
                  </a:lnTo>
                  <a:lnTo>
                    <a:pt x="18432" y="18432"/>
                  </a:lnTo>
                  <a:lnTo>
                    <a:pt x="14998" y="20750"/>
                  </a:lnTo>
                  <a:lnTo>
                    <a:pt x="10800" y="21600"/>
                  </a:lnTo>
                  <a:lnTo>
                    <a:pt x="6581" y="20750"/>
                  </a:lnTo>
                  <a:lnTo>
                    <a:pt x="3150" y="18432"/>
                  </a:lnTo>
                  <a:lnTo>
                    <a:pt x="844" y="14990"/>
                  </a:lnTo>
                  <a:lnTo>
                    <a:pt x="0" y="10771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506" name="object 43" descr="object 4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79651" y="1274824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07" name="object 44" descr="object 4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1779651" y="1779651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08" name="object 45" descr="object 4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1779651" y="4799012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09" name="object 46" descr="object 4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284476" y="274699"/>
            <a:ext cx="69852" cy="69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12" name="object 47"/>
          <p:cNvGrpSpPr/>
          <p:nvPr/>
        </p:nvGrpSpPr>
        <p:grpSpPr>
          <a:xfrm>
            <a:off x="2290826" y="785876"/>
            <a:ext cx="57152" cy="47627"/>
            <a:chOff x="0" y="0"/>
            <a:chExt cx="57150" cy="47626"/>
          </a:xfrm>
        </p:grpSpPr>
        <p:sp>
          <p:nvSpPr>
            <p:cNvPr id="510" name="object 48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6581" y="840"/>
                  </a:lnTo>
                  <a:lnTo>
                    <a:pt x="3150" y="3139"/>
                  </a:lnTo>
                  <a:lnTo>
                    <a:pt x="844" y="6561"/>
                  </a:lnTo>
                  <a:lnTo>
                    <a:pt x="0" y="10771"/>
                  </a:lnTo>
                  <a:lnTo>
                    <a:pt x="844" y="14990"/>
                  </a:lnTo>
                  <a:lnTo>
                    <a:pt x="3150" y="18432"/>
                  </a:lnTo>
                  <a:lnTo>
                    <a:pt x="6581" y="20750"/>
                  </a:lnTo>
                  <a:lnTo>
                    <a:pt x="10800" y="21600"/>
                  </a:lnTo>
                  <a:lnTo>
                    <a:pt x="14998" y="20750"/>
                  </a:lnTo>
                  <a:lnTo>
                    <a:pt x="18432" y="18432"/>
                  </a:lnTo>
                  <a:lnTo>
                    <a:pt x="20749" y="14990"/>
                  </a:lnTo>
                  <a:lnTo>
                    <a:pt x="21600" y="10771"/>
                  </a:lnTo>
                  <a:lnTo>
                    <a:pt x="20749" y="6561"/>
                  </a:lnTo>
                  <a:lnTo>
                    <a:pt x="18432" y="3139"/>
                  </a:lnTo>
                  <a:lnTo>
                    <a:pt x="14998" y="8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11" name="object 49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71"/>
                  </a:moveTo>
                  <a:lnTo>
                    <a:pt x="844" y="6561"/>
                  </a:lnTo>
                  <a:lnTo>
                    <a:pt x="3150" y="3139"/>
                  </a:lnTo>
                  <a:lnTo>
                    <a:pt x="6581" y="840"/>
                  </a:lnTo>
                  <a:lnTo>
                    <a:pt x="10800" y="0"/>
                  </a:lnTo>
                  <a:lnTo>
                    <a:pt x="14998" y="840"/>
                  </a:lnTo>
                  <a:lnTo>
                    <a:pt x="18432" y="3139"/>
                  </a:lnTo>
                  <a:lnTo>
                    <a:pt x="20749" y="6561"/>
                  </a:lnTo>
                  <a:lnTo>
                    <a:pt x="21600" y="10771"/>
                  </a:lnTo>
                  <a:lnTo>
                    <a:pt x="20749" y="14990"/>
                  </a:lnTo>
                  <a:lnTo>
                    <a:pt x="18432" y="18432"/>
                  </a:lnTo>
                  <a:lnTo>
                    <a:pt x="14998" y="20750"/>
                  </a:lnTo>
                  <a:lnTo>
                    <a:pt x="10800" y="21600"/>
                  </a:lnTo>
                  <a:lnTo>
                    <a:pt x="6581" y="20750"/>
                  </a:lnTo>
                  <a:lnTo>
                    <a:pt x="3150" y="18432"/>
                  </a:lnTo>
                  <a:lnTo>
                    <a:pt x="844" y="14990"/>
                  </a:lnTo>
                  <a:lnTo>
                    <a:pt x="0" y="10771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513" name="object 50" descr="object 5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284476" y="1274824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14" name="object 51" descr="object 5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284476" y="1779651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15" name="object 52" descr="object 52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284476" y="4799012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16" name="object 53" descr="object 5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789301" y="274699"/>
            <a:ext cx="69852" cy="69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19" name="object 54"/>
          <p:cNvGrpSpPr/>
          <p:nvPr/>
        </p:nvGrpSpPr>
        <p:grpSpPr>
          <a:xfrm>
            <a:off x="2795651" y="785876"/>
            <a:ext cx="57152" cy="47627"/>
            <a:chOff x="0" y="0"/>
            <a:chExt cx="57150" cy="47626"/>
          </a:xfrm>
        </p:grpSpPr>
        <p:sp>
          <p:nvSpPr>
            <p:cNvPr id="517" name="object 55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6581" y="840"/>
                  </a:lnTo>
                  <a:lnTo>
                    <a:pt x="3150" y="3139"/>
                  </a:lnTo>
                  <a:lnTo>
                    <a:pt x="844" y="6561"/>
                  </a:lnTo>
                  <a:lnTo>
                    <a:pt x="0" y="10771"/>
                  </a:lnTo>
                  <a:lnTo>
                    <a:pt x="844" y="14990"/>
                  </a:lnTo>
                  <a:lnTo>
                    <a:pt x="3150" y="18432"/>
                  </a:lnTo>
                  <a:lnTo>
                    <a:pt x="6581" y="20750"/>
                  </a:lnTo>
                  <a:lnTo>
                    <a:pt x="10800" y="21600"/>
                  </a:lnTo>
                  <a:lnTo>
                    <a:pt x="14998" y="20750"/>
                  </a:lnTo>
                  <a:lnTo>
                    <a:pt x="18432" y="18432"/>
                  </a:lnTo>
                  <a:lnTo>
                    <a:pt x="20749" y="14990"/>
                  </a:lnTo>
                  <a:lnTo>
                    <a:pt x="21600" y="10771"/>
                  </a:lnTo>
                  <a:lnTo>
                    <a:pt x="20749" y="6561"/>
                  </a:lnTo>
                  <a:lnTo>
                    <a:pt x="18432" y="3139"/>
                  </a:lnTo>
                  <a:lnTo>
                    <a:pt x="14998" y="8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18" name="object 56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71"/>
                  </a:moveTo>
                  <a:lnTo>
                    <a:pt x="844" y="6561"/>
                  </a:lnTo>
                  <a:lnTo>
                    <a:pt x="3150" y="3139"/>
                  </a:lnTo>
                  <a:lnTo>
                    <a:pt x="6581" y="840"/>
                  </a:lnTo>
                  <a:lnTo>
                    <a:pt x="10800" y="0"/>
                  </a:lnTo>
                  <a:lnTo>
                    <a:pt x="14998" y="840"/>
                  </a:lnTo>
                  <a:lnTo>
                    <a:pt x="18432" y="3139"/>
                  </a:lnTo>
                  <a:lnTo>
                    <a:pt x="20749" y="6561"/>
                  </a:lnTo>
                  <a:lnTo>
                    <a:pt x="21600" y="10771"/>
                  </a:lnTo>
                  <a:lnTo>
                    <a:pt x="20749" y="14990"/>
                  </a:lnTo>
                  <a:lnTo>
                    <a:pt x="18432" y="18432"/>
                  </a:lnTo>
                  <a:lnTo>
                    <a:pt x="14998" y="20750"/>
                  </a:lnTo>
                  <a:lnTo>
                    <a:pt x="10800" y="21600"/>
                  </a:lnTo>
                  <a:lnTo>
                    <a:pt x="6581" y="20750"/>
                  </a:lnTo>
                  <a:lnTo>
                    <a:pt x="3150" y="18432"/>
                  </a:lnTo>
                  <a:lnTo>
                    <a:pt x="844" y="14990"/>
                  </a:lnTo>
                  <a:lnTo>
                    <a:pt x="0" y="10771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520" name="object 57" descr="object 5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789301" y="1274824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21" name="object 58" descr="object 5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789301" y="1779651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22" name="object 59" descr="object 59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789301" y="4799012"/>
            <a:ext cx="69852" cy="69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25" name="object 60"/>
          <p:cNvGrpSpPr/>
          <p:nvPr/>
        </p:nvGrpSpPr>
        <p:grpSpPr>
          <a:xfrm>
            <a:off x="3300476" y="281049"/>
            <a:ext cx="47627" cy="57152"/>
            <a:chOff x="0" y="0"/>
            <a:chExt cx="47626" cy="57150"/>
          </a:xfrm>
        </p:grpSpPr>
        <p:sp>
          <p:nvSpPr>
            <p:cNvPr id="523" name="object 61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71" y="0"/>
                  </a:moveTo>
                  <a:lnTo>
                    <a:pt x="6561" y="844"/>
                  </a:lnTo>
                  <a:lnTo>
                    <a:pt x="3139" y="3150"/>
                  </a:lnTo>
                  <a:lnTo>
                    <a:pt x="840" y="6581"/>
                  </a:lnTo>
                  <a:lnTo>
                    <a:pt x="0" y="10800"/>
                  </a:lnTo>
                  <a:lnTo>
                    <a:pt x="840" y="14998"/>
                  </a:lnTo>
                  <a:lnTo>
                    <a:pt x="3139" y="18432"/>
                  </a:lnTo>
                  <a:lnTo>
                    <a:pt x="6561" y="20749"/>
                  </a:lnTo>
                  <a:lnTo>
                    <a:pt x="10771" y="21600"/>
                  </a:lnTo>
                  <a:lnTo>
                    <a:pt x="14990" y="20749"/>
                  </a:lnTo>
                  <a:lnTo>
                    <a:pt x="18432" y="18432"/>
                  </a:lnTo>
                  <a:lnTo>
                    <a:pt x="20750" y="14998"/>
                  </a:lnTo>
                  <a:lnTo>
                    <a:pt x="21600" y="10800"/>
                  </a:lnTo>
                  <a:lnTo>
                    <a:pt x="20750" y="6581"/>
                  </a:lnTo>
                  <a:lnTo>
                    <a:pt x="18432" y="3150"/>
                  </a:lnTo>
                  <a:lnTo>
                    <a:pt x="14990" y="844"/>
                  </a:lnTo>
                  <a:lnTo>
                    <a:pt x="10771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24" name="object 62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840" y="6581"/>
                  </a:lnTo>
                  <a:lnTo>
                    <a:pt x="3139" y="3150"/>
                  </a:lnTo>
                  <a:lnTo>
                    <a:pt x="6561" y="844"/>
                  </a:lnTo>
                  <a:lnTo>
                    <a:pt x="10771" y="0"/>
                  </a:lnTo>
                  <a:lnTo>
                    <a:pt x="14990" y="844"/>
                  </a:lnTo>
                  <a:lnTo>
                    <a:pt x="18432" y="3150"/>
                  </a:lnTo>
                  <a:lnTo>
                    <a:pt x="20750" y="6581"/>
                  </a:lnTo>
                  <a:lnTo>
                    <a:pt x="21600" y="10800"/>
                  </a:lnTo>
                  <a:lnTo>
                    <a:pt x="20750" y="14998"/>
                  </a:lnTo>
                  <a:lnTo>
                    <a:pt x="18432" y="18432"/>
                  </a:lnTo>
                  <a:lnTo>
                    <a:pt x="14990" y="20749"/>
                  </a:lnTo>
                  <a:lnTo>
                    <a:pt x="10771" y="21600"/>
                  </a:lnTo>
                  <a:lnTo>
                    <a:pt x="6561" y="20749"/>
                  </a:lnTo>
                  <a:lnTo>
                    <a:pt x="3139" y="18432"/>
                  </a:lnTo>
                  <a:lnTo>
                    <a:pt x="840" y="14998"/>
                  </a:lnTo>
                  <a:lnTo>
                    <a:pt x="0" y="10800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528" name="object 63"/>
          <p:cNvGrpSpPr/>
          <p:nvPr/>
        </p:nvGrpSpPr>
        <p:grpSpPr>
          <a:xfrm>
            <a:off x="3300476" y="785876"/>
            <a:ext cx="47627" cy="47627"/>
            <a:chOff x="0" y="0"/>
            <a:chExt cx="47626" cy="47626"/>
          </a:xfrm>
        </p:grpSpPr>
        <p:sp>
          <p:nvSpPr>
            <p:cNvPr id="526" name="object 64"/>
            <p:cNvSpPr/>
            <p:nvPr/>
          </p:nvSpPr>
          <p:spPr>
            <a:xfrm>
              <a:off x="0" y="0"/>
              <a:ext cx="47627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71" y="0"/>
                  </a:moveTo>
                  <a:lnTo>
                    <a:pt x="6561" y="840"/>
                  </a:lnTo>
                  <a:lnTo>
                    <a:pt x="3139" y="3139"/>
                  </a:lnTo>
                  <a:lnTo>
                    <a:pt x="840" y="6561"/>
                  </a:lnTo>
                  <a:lnTo>
                    <a:pt x="0" y="10771"/>
                  </a:lnTo>
                  <a:lnTo>
                    <a:pt x="840" y="14990"/>
                  </a:lnTo>
                  <a:lnTo>
                    <a:pt x="3139" y="18432"/>
                  </a:lnTo>
                  <a:lnTo>
                    <a:pt x="6561" y="20750"/>
                  </a:lnTo>
                  <a:lnTo>
                    <a:pt x="10771" y="21600"/>
                  </a:lnTo>
                  <a:lnTo>
                    <a:pt x="14990" y="20750"/>
                  </a:lnTo>
                  <a:lnTo>
                    <a:pt x="18432" y="18432"/>
                  </a:lnTo>
                  <a:lnTo>
                    <a:pt x="20750" y="14990"/>
                  </a:lnTo>
                  <a:lnTo>
                    <a:pt x="21600" y="10771"/>
                  </a:lnTo>
                  <a:lnTo>
                    <a:pt x="20750" y="6561"/>
                  </a:lnTo>
                  <a:lnTo>
                    <a:pt x="18432" y="3139"/>
                  </a:lnTo>
                  <a:lnTo>
                    <a:pt x="14990" y="840"/>
                  </a:lnTo>
                  <a:lnTo>
                    <a:pt x="10771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27" name="object 65"/>
            <p:cNvSpPr/>
            <p:nvPr/>
          </p:nvSpPr>
          <p:spPr>
            <a:xfrm>
              <a:off x="0" y="0"/>
              <a:ext cx="47627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71"/>
                  </a:moveTo>
                  <a:lnTo>
                    <a:pt x="840" y="6561"/>
                  </a:lnTo>
                  <a:lnTo>
                    <a:pt x="3139" y="3139"/>
                  </a:lnTo>
                  <a:lnTo>
                    <a:pt x="6561" y="840"/>
                  </a:lnTo>
                  <a:lnTo>
                    <a:pt x="10771" y="0"/>
                  </a:lnTo>
                  <a:lnTo>
                    <a:pt x="14990" y="840"/>
                  </a:lnTo>
                  <a:lnTo>
                    <a:pt x="18432" y="3139"/>
                  </a:lnTo>
                  <a:lnTo>
                    <a:pt x="20750" y="6561"/>
                  </a:lnTo>
                  <a:lnTo>
                    <a:pt x="21600" y="10771"/>
                  </a:lnTo>
                  <a:lnTo>
                    <a:pt x="20750" y="14990"/>
                  </a:lnTo>
                  <a:lnTo>
                    <a:pt x="18432" y="18432"/>
                  </a:lnTo>
                  <a:lnTo>
                    <a:pt x="14990" y="20750"/>
                  </a:lnTo>
                  <a:lnTo>
                    <a:pt x="10771" y="21600"/>
                  </a:lnTo>
                  <a:lnTo>
                    <a:pt x="6561" y="20750"/>
                  </a:lnTo>
                  <a:lnTo>
                    <a:pt x="3139" y="18432"/>
                  </a:lnTo>
                  <a:lnTo>
                    <a:pt x="840" y="14990"/>
                  </a:lnTo>
                  <a:lnTo>
                    <a:pt x="0" y="10771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531" name="object 66"/>
          <p:cNvGrpSpPr/>
          <p:nvPr/>
        </p:nvGrpSpPr>
        <p:grpSpPr>
          <a:xfrm>
            <a:off x="3300476" y="1281174"/>
            <a:ext cx="47627" cy="57152"/>
            <a:chOff x="0" y="0"/>
            <a:chExt cx="47626" cy="57150"/>
          </a:xfrm>
        </p:grpSpPr>
        <p:sp>
          <p:nvSpPr>
            <p:cNvPr id="529" name="object 67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71" y="0"/>
                  </a:moveTo>
                  <a:lnTo>
                    <a:pt x="6561" y="844"/>
                  </a:lnTo>
                  <a:lnTo>
                    <a:pt x="3139" y="3150"/>
                  </a:lnTo>
                  <a:lnTo>
                    <a:pt x="840" y="6581"/>
                  </a:lnTo>
                  <a:lnTo>
                    <a:pt x="0" y="10800"/>
                  </a:lnTo>
                  <a:lnTo>
                    <a:pt x="840" y="14998"/>
                  </a:lnTo>
                  <a:lnTo>
                    <a:pt x="3139" y="18432"/>
                  </a:lnTo>
                  <a:lnTo>
                    <a:pt x="6561" y="20749"/>
                  </a:lnTo>
                  <a:lnTo>
                    <a:pt x="10771" y="21600"/>
                  </a:lnTo>
                  <a:lnTo>
                    <a:pt x="14990" y="20749"/>
                  </a:lnTo>
                  <a:lnTo>
                    <a:pt x="18432" y="18432"/>
                  </a:lnTo>
                  <a:lnTo>
                    <a:pt x="20750" y="14998"/>
                  </a:lnTo>
                  <a:lnTo>
                    <a:pt x="21600" y="10800"/>
                  </a:lnTo>
                  <a:lnTo>
                    <a:pt x="20750" y="6581"/>
                  </a:lnTo>
                  <a:lnTo>
                    <a:pt x="18432" y="3150"/>
                  </a:lnTo>
                  <a:lnTo>
                    <a:pt x="14990" y="844"/>
                  </a:lnTo>
                  <a:lnTo>
                    <a:pt x="10771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30" name="object 68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840" y="6581"/>
                  </a:lnTo>
                  <a:lnTo>
                    <a:pt x="3139" y="3150"/>
                  </a:lnTo>
                  <a:lnTo>
                    <a:pt x="6561" y="844"/>
                  </a:lnTo>
                  <a:lnTo>
                    <a:pt x="10771" y="0"/>
                  </a:lnTo>
                  <a:lnTo>
                    <a:pt x="14990" y="844"/>
                  </a:lnTo>
                  <a:lnTo>
                    <a:pt x="18432" y="3150"/>
                  </a:lnTo>
                  <a:lnTo>
                    <a:pt x="20750" y="6581"/>
                  </a:lnTo>
                  <a:lnTo>
                    <a:pt x="21600" y="10800"/>
                  </a:lnTo>
                  <a:lnTo>
                    <a:pt x="20750" y="14998"/>
                  </a:lnTo>
                  <a:lnTo>
                    <a:pt x="18432" y="18432"/>
                  </a:lnTo>
                  <a:lnTo>
                    <a:pt x="14990" y="20749"/>
                  </a:lnTo>
                  <a:lnTo>
                    <a:pt x="10771" y="21600"/>
                  </a:lnTo>
                  <a:lnTo>
                    <a:pt x="6561" y="20749"/>
                  </a:lnTo>
                  <a:lnTo>
                    <a:pt x="3139" y="18432"/>
                  </a:lnTo>
                  <a:lnTo>
                    <a:pt x="840" y="14998"/>
                  </a:lnTo>
                  <a:lnTo>
                    <a:pt x="0" y="10800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534" name="object 69"/>
          <p:cNvGrpSpPr/>
          <p:nvPr/>
        </p:nvGrpSpPr>
        <p:grpSpPr>
          <a:xfrm>
            <a:off x="3300476" y="1786001"/>
            <a:ext cx="47627" cy="57152"/>
            <a:chOff x="0" y="0"/>
            <a:chExt cx="47626" cy="57150"/>
          </a:xfrm>
        </p:grpSpPr>
        <p:sp>
          <p:nvSpPr>
            <p:cNvPr id="532" name="object 70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71" y="0"/>
                  </a:moveTo>
                  <a:lnTo>
                    <a:pt x="6561" y="844"/>
                  </a:lnTo>
                  <a:lnTo>
                    <a:pt x="3139" y="3150"/>
                  </a:lnTo>
                  <a:lnTo>
                    <a:pt x="840" y="6581"/>
                  </a:lnTo>
                  <a:lnTo>
                    <a:pt x="0" y="10800"/>
                  </a:lnTo>
                  <a:lnTo>
                    <a:pt x="840" y="14998"/>
                  </a:lnTo>
                  <a:lnTo>
                    <a:pt x="3139" y="18432"/>
                  </a:lnTo>
                  <a:lnTo>
                    <a:pt x="6561" y="20749"/>
                  </a:lnTo>
                  <a:lnTo>
                    <a:pt x="10771" y="21600"/>
                  </a:lnTo>
                  <a:lnTo>
                    <a:pt x="14990" y="20749"/>
                  </a:lnTo>
                  <a:lnTo>
                    <a:pt x="18432" y="18432"/>
                  </a:lnTo>
                  <a:lnTo>
                    <a:pt x="20750" y="14998"/>
                  </a:lnTo>
                  <a:lnTo>
                    <a:pt x="21600" y="10800"/>
                  </a:lnTo>
                  <a:lnTo>
                    <a:pt x="20750" y="6581"/>
                  </a:lnTo>
                  <a:lnTo>
                    <a:pt x="18432" y="3150"/>
                  </a:lnTo>
                  <a:lnTo>
                    <a:pt x="14990" y="844"/>
                  </a:lnTo>
                  <a:lnTo>
                    <a:pt x="10771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33" name="object 71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840" y="6581"/>
                  </a:lnTo>
                  <a:lnTo>
                    <a:pt x="3139" y="3150"/>
                  </a:lnTo>
                  <a:lnTo>
                    <a:pt x="6561" y="844"/>
                  </a:lnTo>
                  <a:lnTo>
                    <a:pt x="10771" y="0"/>
                  </a:lnTo>
                  <a:lnTo>
                    <a:pt x="14990" y="844"/>
                  </a:lnTo>
                  <a:lnTo>
                    <a:pt x="18432" y="3150"/>
                  </a:lnTo>
                  <a:lnTo>
                    <a:pt x="20750" y="6581"/>
                  </a:lnTo>
                  <a:lnTo>
                    <a:pt x="21600" y="10800"/>
                  </a:lnTo>
                  <a:lnTo>
                    <a:pt x="20750" y="14998"/>
                  </a:lnTo>
                  <a:lnTo>
                    <a:pt x="18432" y="18432"/>
                  </a:lnTo>
                  <a:lnTo>
                    <a:pt x="14990" y="20749"/>
                  </a:lnTo>
                  <a:lnTo>
                    <a:pt x="10771" y="21600"/>
                  </a:lnTo>
                  <a:lnTo>
                    <a:pt x="6561" y="20749"/>
                  </a:lnTo>
                  <a:lnTo>
                    <a:pt x="3139" y="18432"/>
                  </a:lnTo>
                  <a:lnTo>
                    <a:pt x="840" y="14998"/>
                  </a:lnTo>
                  <a:lnTo>
                    <a:pt x="0" y="10800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537" name="object 72"/>
          <p:cNvGrpSpPr/>
          <p:nvPr/>
        </p:nvGrpSpPr>
        <p:grpSpPr>
          <a:xfrm>
            <a:off x="3300476" y="4805362"/>
            <a:ext cx="47627" cy="57152"/>
            <a:chOff x="0" y="0"/>
            <a:chExt cx="47626" cy="57150"/>
          </a:xfrm>
        </p:grpSpPr>
        <p:sp>
          <p:nvSpPr>
            <p:cNvPr id="535" name="object 73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71" y="0"/>
                  </a:moveTo>
                  <a:lnTo>
                    <a:pt x="6561" y="848"/>
                  </a:lnTo>
                  <a:lnTo>
                    <a:pt x="3139" y="3162"/>
                  </a:lnTo>
                  <a:lnTo>
                    <a:pt x="840" y="6595"/>
                  </a:lnTo>
                  <a:lnTo>
                    <a:pt x="0" y="10800"/>
                  </a:lnTo>
                  <a:lnTo>
                    <a:pt x="840" y="15004"/>
                  </a:lnTo>
                  <a:lnTo>
                    <a:pt x="3139" y="18437"/>
                  </a:lnTo>
                  <a:lnTo>
                    <a:pt x="6561" y="20751"/>
                  </a:lnTo>
                  <a:lnTo>
                    <a:pt x="10771" y="21600"/>
                  </a:lnTo>
                  <a:lnTo>
                    <a:pt x="14990" y="20751"/>
                  </a:lnTo>
                  <a:lnTo>
                    <a:pt x="18432" y="18437"/>
                  </a:lnTo>
                  <a:lnTo>
                    <a:pt x="20750" y="15004"/>
                  </a:lnTo>
                  <a:lnTo>
                    <a:pt x="21600" y="10800"/>
                  </a:lnTo>
                  <a:lnTo>
                    <a:pt x="20750" y="6595"/>
                  </a:lnTo>
                  <a:lnTo>
                    <a:pt x="18432" y="3162"/>
                  </a:lnTo>
                  <a:lnTo>
                    <a:pt x="14990" y="848"/>
                  </a:lnTo>
                  <a:lnTo>
                    <a:pt x="10771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36" name="object 74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840" y="6595"/>
                  </a:lnTo>
                  <a:lnTo>
                    <a:pt x="3139" y="3162"/>
                  </a:lnTo>
                  <a:lnTo>
                    <a:pt x="6561" y="848"/>
                  </a:lnTo>
                  <a:lnTo>
                    <a:pt x="10771" y="0"/>
                  </a:lnTo>
                  <a:lnTo>
                    <a:pt x="14990" y="848"/>
                  </a:lnTo>
                  <a:lnTo>
                    <a:pt x="18432" y="3162"/>
                  </a:lnTo>
                  <a:lnTo>
                    <a:pt x="20750" y="6595"/>
                  </a:lnTo>
                  <a:lnTo>
                    <a:pt x="21600" y="10800"/>
                  </a:lnTo>
                  <a:lnTo>
                    <a:pt x="20750" y="15004"/>
                  </a:lnTo>
                  <a:lnTo>
                    <a:pt x="18432" y="18437"/>
                  </a:lnTo>
                  <a:lnTo>
                    <a:pt x="14990" y="20751"/>
                  </a:lnTo>
                  <a:lnTo>
                    <a:pt x="10771" y="21600"/>
                  </a:lnTo>
                  <a:lnTo>
                    <a:pt x="6561" y="20751"/>
                  </a:lnTo>
                  <a:lnTo>
                    <a:pt x="3139" y="18437"/>
                  </a:lnTo>
                  <a:lnTo>
                    <a:pt x="840" y="15004"/>
                  </a:lnTo>
                  <a:lnTo>
                    <a:pt x="0" y="10800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538" name="object 75" descr="object 7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789426" y="274699"/>
            <a:ext cx="69852" cy="69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41" name="object 76"/>
          <p:cNvGrpSpPr/>
          <p:nvPr/>
        </p:nvGrpSpPr>
        <p:grpSpPr>
          <a:xfrm>
            <a:off x="3795776" y="785876"/>
            <a:ext cx="57152" cy="47627"/>
            <a:chOff x="0" y="0"/>
            <a:chExt cx="57150" cy="47626"/>
          </a:xfrm>
        </p:grpSpPr>
        <p:sp>
          <p:nvSpPr>
            <p:cNvPr id="539" name="object 77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6581" y="840"/>
                  </a:lnTo>
                  <a:lnTo>
                    <a:pt x="3150" y="3139"/>
                  </a:lnTo>
                  <a:lnTo>
                    <a:pt x="844" y="6561"/>
                  </a:lnTo>
                  <a:lnTo>
                    <a:pt x="0" y="10771"/>
                  </a:lnTo>
                  <a:lnTo>
                    <a:pt x="844" y="14990"/>
                  </a:lnTo>
                  <a:lnTo>
                    <a:pt x="3150" y="18432"/>
                  </a:lnTo>
                  <a:lnTo>
                    <a:pt x="6581" y="20750"/>
                  </a:lnTo>
                  <a:lnTo>
                    <a:pt x="10800" y="21600"/>
                  </a:lnTo>
                  <a:lnTo>
                    <a:pt x="14998" y="20750"/>
                  </a:lnTo>
                  <a:lnTo>
                    <a:pt x="18432" y="18432"/>
                  </a:lnTo>
                  <a:lnTo>
                    <a:pt x="20749" y="14990"/>
                  </a:lnTo>
                  <a:lnTo>
                    <a:pt x="21600" y="10771"/>
                  </a:lnTo>
                  <a:lnTo>
                    <a:pt x="20749" y="6561"/>
                  </a:lnTo>
                  <a:lnTo>
                    <a:pt x="18432" y="3139"/>
                  </a:lnTo>
                  <a:lnTo>
                    <a:pt x="14998" y="8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40" name="object 78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71"/>
                  </a:moveTo>
                  <a:lnTo>
                    <a:pt x="844" y="6561"/>
                  </a:lnTo>
                  <a:lnTo>
                    <a:pt x="3150" y="3139"/>
                  </a:lnTo>
                  <a:lnTo>
                    <a:pt x="6581" y="840"/>
                  </a:lnTo>
                  <a:lnTo>
                    <a:pt x="10800" y="0"/>
                  </a:lnTo>
                  <a:lnTo>
                    <a:pt x="14998" y="840"/>
                  </a:lnTo>
                  <a:lnTo>
                    <a:pt x="18432" y="3139"/>
                  </a:lnTo>
                  <a:lnTo>
                    <a:pt x="20749" y="6561"/>
                  </a:lnTo>
                  <a:lnTo>
                    <a:pt x="21600" y="10771"/>
                  </a:lnTo>
                  <a:lnTo>
                    <a:pt x="20749" y="14990"/>
                  </a:lnTo>
                  <a:lnTo>
                    <a:pt x="18432" y="18432"/>
                  </a:lnTo>
                  <a:lnTo>
                    <a:pt x="14998" y="20750"/>
                  </a:lnTo>
                  <a:lnTo>
                    <a:pt x="10800" y="21600"/>
                  </a:lnTo>
                  <a:lnTo>
                    <a:pt x="6581" y="20750"/>
                  </a:lnTo>
                  <a:lnTo>
                    <a:pt x="3150" y="18432"/>
                  </a:lnTo>
                  <a:lnTo>
                    <a:pt x="844" y="14990"/>
                  </a:lnTo>
                  <a:lnTo>
                    <a:pt x="0" y="10771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542" name="object 79" descr="object 7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789426" y="1274824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43" name="object 80" descr="object 8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789426" y="1779651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44" name="object 81" descr="object 81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3789426" y="4799012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45" name="object 82" descr="object 8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94251" y="274699"/>
            <a:ext cx="69852" cy="69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48" name="object 83"/>
          <p:cNvGrpSpPr/>
          <p:nvPr/>
        </p:nvGrpSpPr>
        <p:grpSpPr>
          <a:xfrm>
            <a:off x="4300601" y="785876"/>
            <a:ext cx="57152" cy="47627"/>
            <a:chOff x="0" y="0"/>
            <a:chExt cx="57150" cy="47626"/>
          </a:xfrm>
        </p:grpSpPr>
        <p:sp>
          <p:nvSpPr>
            <p:cNvPr id="546" name="object 84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6581" y="840"/>
                  </a:lnTo>
                  <a:lnTo>
                    <a:pt x="3150" y="3139"/>
                  </a:lnTo>
                  <a:lnTo>
                    <a:pt x="844" y="6561"/>
                  </a:lnTo>
                  <a:lnTo>
                    <a:pt x="0" y="10771"/>
                  </a:lnTo>
                  <a:lnTo>
                    <a:pt x="844" y="14990"/>
                  </a:lnTo>
                  <a:lnTo>
                    <a:pt x="3150" y="18432"/>
                  </a:lnTo>
                  <a:lnTo>
                    <a:pt x="6581" y="20750"/>
                  </a:lnTo>
                  <a:lnTo>
                    <a:pt x="10800" y="21600"/>
                  </a:lnTo>
                  <a:lnTo>
                    <a:pt x="14998" y="20750"/>
                  </a:lnTo>
                  <a:lnTo>
                    <a:pt x="18432" y="18432"/>
                  </a:lnTo>
                  <a:lnTo>
                    <a:pt x="20749" y="14990"/>
                  </a:lnTo>
                  <a:lnTo>
                    <a:pt x="21600" y="10771"/>
                  </a:lnTo>
                  <a:lnTo>
                    <a:pt x="20749" y="6561"/>
                  </a:lnTo>
                  <a:lnTo>
                    <a:pt x="18432" y="3139"/>
                  </a:lnTo>
                  <a:lnTo>
                    <a:pt x="14998" y="8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47" name="object 85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71"/>
                  </a:moveTo>
                  <a:lnTo>
                    <a:pt x="844" y="6561"/>
                  </a:lnTo>
                  <a:lnTo>
                    <a:pt x="3150" y="3139"/>
                  </a:lnTo>
                  <a:lnTo>
                    <a:pt x="6581" y="840"/>
                  </a:lnTo>
                  <a:lnTo>
                    <a:pt x="10800" y="0"/>
                  </a:lnTo>
                  <a:lnTo>
                    <a:pt x="14998" y="840"/>
                  </a:lnTo>
                  <a:lnTo>
                    <a:pt x="18432" y="3139"/>
                  </a:lnTo>
                  <a:lnTo>
                    <a:pt x="20749" y="6561"/>
                  </a:lnTo>
                  <a:lnTo>
                    <a:pt x="21600" y="10771"/>
                  </a:lnTo>
                  <a:lnTo>
                    <a:pt x="20749" y="14990"/>
                  </a:lnTo>
                  <a:lnTo>
                    <a:pt x="18432" y="18432"/>
                  </a:lnTo>
                  <a:lnTo>
                    <a:pt x="14998" y="20750"/>
                  </a:lnTo>
                  <a:lnTo>
                    <a:pt x="10800" y="21600"/>
                  </a:lnTo>
                  <a:lnTo>
                    <a:pt x="6581" y="20750"/>
                  </a:lnTo>
                  <a:lnTo>
                    <a:pt x="3150" y="18432"/>
                  </a:lnTo>
                  <a:lnTo>
                    <a:pt x="844" y="14990"/>
                  </a:lnTo>
                  <a:lnTo>
                    <a:pt x="0" y="10771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549" name="object 86" descr="object 8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94251" y="1274824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50" name="object 87" descr="object 8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94251" y="1779651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51" name="object 88" descr="object 8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94251" y="2284476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52" name="object 89" descr="object 8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94251" y="2789301"/>
            <a:ext cx="69852" cy="69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55" name="object 90"/>
          <p:cNvGrpSpPr/>
          <p:nvPr/>
        </p:nvGrpSpPr>
        <p:grpSpPr>
          <a:xfrm>
            <a:off x="4300601" y="3300476"/>
            <a:ext cx="57152" cy="47627"/>
            <a:chOff x="0" y="0"/>
            <a:chExt cx="57150" cy="47626"/>
          </a:xfrm>
        </p:grpSpPr>
        <p:sp>
          <p:nvSpPr>
            <p:cNvPr id="553" name="object 91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6581" y="840"/>
                  </a:lnTo>
                  <a:lnTo>
                    <a:pt x="3150" y="3139"/>
                  </a:lnTo>
                  <a:lnTo>
                    <a:pt x="844" y="6561"/>
                  </a:lnTo>
                  <a:lnTo>
                    <a:pt x="0" y="10771"/>
                  </a:lnTo>
                  <a:lnTo>
                    <a:pt x="844" y="14990"/>
                  </a:lnTo>
                  <a:lnTo>
                    <a:pt x="3150" y="18432"/>
                  </a:lnTo>
                  <a:lnTo>
                    <a:pt x="6581" y="20750"/>
                  </a:lnTo>
                  <a:lnTo>
                    <a:pt x="10800" y="21600"/>
                  </a:lnTo>
                  <a:lnTo>
                    <a:pt x="14998" y="20750"/>
                  </a:lnTo>
                  <a:lnTo>
                    <a:pt x="18432" y="18432"/>
                  </a:lnTo>
                  <a:lnTo>
                    <a:pt x="20749" y="14990"/>
                  </a:lnTo>
                  <a:lnTo>
                    <a:pt x="21600" y="10771"/>
                  </a:lnTo>
                  <a:lnTo>
                    <a:pt x="20749" y="6561"/>
                  </a:lnTo>
                  <a:lnTo>
                    <a:pt x="18432" y="3139"/>
                  </a:lnTo>
                  <a:lnTo>
                    <a:pt x="14998" y="8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54" name="object 92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71"/>
                  </a:moveTo>
                  <a:lnTo>
                    <a:pt x="844" y="6561"/>
                  </a:lnTo>
                  <a:lnTo>
                    <a:pt x="3150" y="3139"/>
                  </a:lnTo>
                  <a:lnTo>
                    <a:pt x="6581" y="840"/>
                  </a:lnTo>
                  <a:lnTo>
                    <a:pt x="10800" y="0"/>
                  </a:lnTo>
                  <a:lnTo>
                    <a:pt x="14998" y="840"/>
                  </a:lnTo>
                  <a:lnTo>
                    <a:pt x="18432" y="3139"/>
                  </a:lnTo>
                  <a:lnTo>
                    <a:pt x="20749" y="6561"/>
                  </a:lnTo>
                  <a:lnTo>
                    <a:pt x="21600" y="10771"/>
                  </a:lnTo>
                  <a:lnTo>
                    <a:pt x="20749" y="14990"/>
                  </a:lnTo>
                  <a:lnTo>
                    <a:pt x="18432" y="18432"/>
                  </a:lnTo>
                  <a:lnTo>
                    <a:pt x="14998" y="20750"/>
                  </a:lnTo>
                  <a:lnTo>
                    <a:pt x="10800" y="21600"/>
                  </a:lnTo>
                  <a:lnTo>
                    <a:pt x="6581" y="20750"/>
                  </a:lnTo>
                  <a:lnTo>
                    <a:pt x="3150" y="18432"/>
                  </a:lnTo>
                  <a:lnTo>
                    <a:pt x="844" y="14990"/>
                  </a:lnTo>
                  <a:lnTo>
                    <a:pt x="0" y="10771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556" name="object 93" descr="object 9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294251" y="3789426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57" name="object 94" descr="object 9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294251" y="4294187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58" name="object 95" descr="object 9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294251" y="4799012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59" name="object 96" descr="object 9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99076" y="274699"/>
            <a:ext cx="69852" cy="69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62" name="object 97"/>
          <p:cNvGrpSpPr/>
          <p:nvPr/>
        </p:nvGrpSpPr>
        <p:grpSpPr>
          <a:xfrm>
            <a:off x="4805426" y="785876"/>
            <a:ext cx="57152" cy="47627"/>
            <a:chOff x="0" y="0"/>
            <a:chExt cx="57150" cy="47626"/>
          </a:xfrm>
        </p:grpSpPr>
        <p:sp>
          <p:nvSpPr>
            <p:cNvPr id="560" name="object 98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6581" y="840"/>
                  </a:lnTo>
                  <a:lnTo>
                    <a:pt x="3150" y="3139"/>
                  </a:lnTo>
                  <a:lnTo>
                    <a:pt x="844" y="6561"/>
                  </a:lnTo>
                  <a:lnTo>
                    <a:pt x="0" y="10771"/>
                  </a:lnTo>
                  <a:lnTo>
                    <a:pt x="844" y="14990"/>
                  </a:lnTo>
                  <a:lnTo>
                    <a:pt x="3150" y="18432"/>
                  </a:lnTo>
                  <a:lnTo>
                    <a:pt x="6581" y="20750"/>
                  </a:lnTo>
                  <a:lnTo>
                    <a:pt x="10800" y="21600"/>
                  </a:lnTo>
                  <a:lnTo>
                    <a:pt x="14998" y="20750"/>
                  </a:lnTo>
                  <a:lnTo>
                    <a:pt x="18432" y="18432"/>
                  </a:lnTo>
                  <a:lnTo>
                    <a:pt x="20749" y="14990"/>
                  </a:lnTo>
                  <a:lnTo>
                    <a:pt x="21600" y="10771"/>
                  </a:lnTo>
                  <a:lnTo>
                    <a:pt x="20749" y="6561"/>
                  </a:lnTo>
                  <a:lnTo>
                    <a:pt x="18432" y="3139"/>
                  </a:lnTo>
                  <a:lnTo>
                    <a:pt x="14998" y="8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61" name="object 99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71"/>
                  </a:moveTo>
                  <a:lnTo>
                    <a:pt x="844" y="6561"/>
                  </a:lnTo>
                  <a:lnTo>
                    <a:pt x="3150" y="3139"/>
                  </a:lnTo>
                  <a:lnTo>
                    <a:pt x="6581" y="840"/>
                  </a:lnTo>
                  <a:lnTo>
                    <a:pt x="10800" y="0"/>
                  </a:lnTo>
                  <a:lnTo>
                    <a:pt x="14998" y="840"/>
                  </a:lnTo>
                  <a:lnTo>
                    <a:pt x="18432" y="3139"/>
                  </a:lnTo>
                  <a:lnTo>
                    <a:pt x="20749" y="6561"/>
                  </a:lnTo>
                  <a:lnTo>
                    <a:pt x="21600" y="10771"/>
                  </a:lnTo>
                  <a:lnTo>
                    <a:pt x="20749" y="14990"/>
                  </a:lnTo>
                  <a:lnTo>
                    <a:pt x="18432" y="18432"/>
                  </a:lnTo>
                  <a:lnTo>
                    <a:pt x="14998" y="20750"/>
                  </a:lnTo>
                  <a:lnTo>
                    <a:pt x="10800" y="21600"/>
                  </a:lnTo>
                  <a:lnTo>
                    <a:pt x="6581" y="20750"/>
                  </a:lnTo>
                  <a:lnTo>
                    <a:pt x="3150" y="18432"/>
                  </a:lnTo>
                  <a:lnTo>
                    <a:pt x="844" y="14990"/>
                  </a:lnTo>
                  <a:lnTo>
                    <a:pt x="0" y="10771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563" name="object 100" descr="object 10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99076" y="1274824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64" name="object 101" descr="object 10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4799076" y="1779651"/>
            <a:ext cx="69852" cy="69852"/>
          </a:xfrm>
          <a:prstGeom prst="rect">
            <a:avLst/>
          </a:prstGeom>
          <a:ln w="12700">
            <a:miter lim="400000"/>
          </a:ln>
        </p:spPr>
      </p:pic>
      <p:sp>
        <p:nvSpPr>
          <p:cNvPr id="565" name="object 102"/>
          <p:cNvSpPr/>
          <p:nvPr/>
        </p:nvSpPr>
        <p:spPr>
          <a:xfrm>
            <a:off x="4805426" y="2290826"/>
            <a:ext cx="57152" cy="57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844" y="6581"/>
                </a:lnTo>
                <a:lnTo>
                  <a:pt x="3150" y="3150"/>
                </a:lnTo>
                <a:lnTo>
                  <a:pt x="6581" y="844"/>
                </a:lnTo>
                <a:lnTo>
                  <a:pt x="10800" y="0"/>
                </a:lnTo>
                <a:lnTo>
                  <a:pt x="14998" y="844"/>
                </a:lnTo>
                <a:lnTo>
                  <a:pt x="18432" y="3150"/>
                </a:lnTo>
                <a:lnTo>
                  <a:pt x="20749" y="6581"/>
                </a:lnTo>
                <a:lnTo>
                  <a:pt x="21600" y="10800"/>
                </a:lnTo>
                <a:lnTo>
                  <a:pt x="20749" y="14998"/>
                </a:lnTo>
                <a:lnTo>
                  <a:pt x="18432" y="18432"/>
                </a:lnTo>
                <a:lnTo>
                  <a:pt x="14998" y="20749"/>
                </a:lnTo>
                <a:lnTo>
                  <a:pt x="10800" y="21600"/>
                </a:lnTo>
                <a:lnTo>
                  <a:pt x="6581" y="20749"/>
                </a:lnTo>
                <a:lnTo>
                  <a:pt x="3150" y="18432"/>
                </a:lnTo>
                <a:lnTo>
                  <a:pt x="844" y="14998"/>
                </a:lnTo>
                <a:lnTo>
                  <a:pt x="0" y="10800"/>
                </a:lnTo>
                <a:close/>
              </a:path>
            </a:pathLst>
          </a:custGeom>
          <a:ln w="12700">
            <a:solidFill>
              <a:srgbClr val="2C6A4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6" name="object 103"/>
          <p:cNvSpPr/>
          <p:nvPr/>
        </p:nvSpPr>
        <p:spPr>
          <a:xfrm>
            <a:off x="4805426" y="2795651"/>
            <a:ext cx="57152" cy="57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844" y="6581"/>
                </a:lnTo>
                <a:lnTo>
                  <a:pt x="3150" y="3150"/>
                </a:lnTo>
                <a:lnTo>
                  <a:pt x="6581" y="844"/>
                </a:lnTo>
                <a:lnTo>
                  <a:pt x="10800" y="0"/>
                </a:lnTo>
                <a:lnTo>
                  <a:pt x="14998" y="844"/>
                </a:lnTo>
                <a:lnTo>
                  <a:pt x="18432" y="3150"/>
                </a:lnTo>
                <a:lnTo>
                  <a:pt x="20749" y="6581"/>
                </a:lnTo>
                <a:lnTo>
                  <a:pt x="21600" y="10800"/>
                </a:lnTo>
                <a:lnTo>
                  <a:pt x="20749" y="14998"/>
                </a:lnTo>
                <a:lnTo>
                  <a:pt x="18432" y="18432"/>
                </a:lnTo>
                <a:lnTo>
                  <a:pt x="14998" y="20749"/>
                </a:lnTo>
                <a:lnTo>
                  <a:pt x="10800" y="21600"/>
                </a:lnTo>
                <a:lnTo>
                  <a:pt x="6581" y="20749"/>
                </a:lnTo>
                <a:lnTo>
                  <a:pt x="3150" y="18432"/>
                </a:lnTo>
                <a:lnTo>
                  <a:pt x="844" y="14998"/>
                </a:lnTo>
                <a:lnTo>
                  <a:pt x="0" y="10800"/>
                </a:lnTo>
                <a:close/>
              </a:path>
            </a:pathLst>
          </a:custGeom>
          <a:ln w="12700">
            <a:solidFill>
              <a:srgbClr val="2C6A4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7" name="object 104"/>
          <p:cNvSpPr/>
          <p:nvPr/>
        </p:nvSpPr>
        <p:spPr>
          <a:xfrm>
            <a:off x="4805426" y="3300476"/>
            <a:ext cx="57152" cy="476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771"/>
                </a:moveTo>
                <a:lnTo>
                  <a:pt x="844" y="6561"/>
                </a:lnTo>
                <a:lnTo>
                  <a:pt x="3150" y="3139"/>
                </a:lnTo>
                <a:lnTo>
                  <a:pt x="6581" y="840"/>
                </a:lnTo>
                <a:lnTo>
                  <a:pt x="10800" y="0"/>
                </a:lnTo>
                <a:lnTo>
                  <a:pt x="14998" y="840"/>
                </a:lnTo>
                <a:lnTo>
                  <a:pt x="18432" y="3139"/>
                </a:lnTo>
                <a:lnTo>
                  <a:pt x="20749" y="6561"/>
                </a:lnTo>
                <a:lnTo>
                  <a:pt x="21600" y="10771"/>
                </a:lnTo>
                <a:lnTo>
                  <a:pt x="20749" y="14990"/>
                </a:lnTo>
                <a:lnTo>
                  <a:pt x="18432" y="18432"/>
                </a:lnTo>
                <a:lnTo>
                  <a:pt x="14998" y="20750"/>
                </a:lnTo>
                <a:lnTo>
                  <a:pt x="10800" y="21600"/>
                </a:lnTo>
                <a:lnTo>
                  <a:pt x="6581" y="20750"/>
                </a:lnTo>
                <a:lnTo>
                  <a:pt x="3150" y="18432"/>
                </a:lnTo>
                <a:lnTo>
                  <a:pt x="844" y="14990"/>
                </a:lnTo>
                <a:lnTo>
                  <a:pt x="0" y="10771"/>
                </a:lnTo>
                <a:close/>
              </a:path>
            </a:pathLst>
          </a:custGeom>
          <a:ln w="12700">
            <a:solidFill>
              <a:srgbClr val="2C6A4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8" name="object 105"/>
          <p:cNvSpPr/>
          <p:nvPr/>
        </p:nvSpPr>
        <p:spPr>
          <a:xfrm>
            <a:off x="4805426" y="3795776"/>
            <a:ext cx="57152" cy="57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844" y="6581"/>
                </a:lnTo>
                <a:lnTo>
                  <a:pt x="3150" y="3150"/>
                </a:lnTo>
                <a:lnTo>
                  <a:pt x="6581" y="844"/>
                </a:lnTo>
                <a:lnTo>
                  <a:pt x="10800" y="0"/>
                </a:lnTo>
                <a:lnTo>
                  <a:pt x="14998" y="844"/>
                </a:lnTo>
                <a:lnTo>
                  <a:pt x="18432" y="3150"/>
                </a:lnTo>
                <a:lnTo>
                  <a:pt x="20749" y="6581"/>
                </a:lnTo>
                <a:lnTo>
                  <a:pt x="21600" y="10800"/>
                </a:lnTo>
                <a:lnTo>
                  <a:pt x="20749" y="14998"/>
                </a:lnTo>
                <a:lnTo>
                  <a:pt x="18432" y="18432"/>
                </a:lnTo>
                <a:lnTo>
                  <a:pt x="14998" y="20749"/>
                </a:lnTo>
                <a:lnTo>
                  <a:pt x="10800" y="21600"/>
                </a:lnTo>
                <a:lnTo>
                  <a:pt x="6581" y="20749"/>
                </a:lnTo>
                <a:lnTo>
                  <a:pt x="3150" y="18432"/>
                </a:lnTo>
                <a:lnTo>
                  <a:pt x="844" y="14998"/>
                </a:lnTo>
                <a:lnTo>
                  <a:pt x="0" y="10800"/>
                </a:lnTo>
                <a:close/>
              </a:path>
            </a:pathLst>
          </a:custGeom>
          <a:ln w="12700">
            <a:solidFill>
              <a:srgbClr val="2C6A4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9" name="object 106"/>
          <p:cNvSpPr/>
          <p:nvPr/>
        </p:nvSpPr>
        <p:spPr>
          <a:xfrm>
            <a:off x="4805426" y="4300537"/>
            <a:ext cx="57152" cy="571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844" y="6595"/>
                </a:lnTo>
                <a:lnTo>
                  <a:pt x="3150" y="3162"/>
                </a:lnTo>
                <a:lnTo>
                  <a:pt x="6581" y="848"/>
                </a:lnTo>
                <a:lnTo>
                  <a:pt x="10800" y="0"/>
                </a:lnTo>
                <a:lnTo>
                  <a:pt x="14998" y="848"/>
                </a:lnTo>
                <a:lnTo>
                  <a:pt x="18432" y="3162"/>
                </a:lnTo>
                <a:lnTo>
                  <a:pt x="20749" y="6595"/>
                </a:lnTo>
                <a:lnTo>
                  <a:pt x="21600" y="10800"/>
                </a:lnTo>
                <a:lnTo>
                  <a:pt x="20749" y="15004"/>
                </a:lnTo>
                <a:lnTo>
                  <a:pt x="18432" y="18437"/>
                </a:lnTo>
                <a:lnTo>
                  <a:pt x="14998" y="20751"/>
                </a:lnTo>
                <a:lnTo>
                  <a:pt x="10800" y="21600"/>
                </a:lnTo>
                <a:lnTo>
                  <a:pt x="6581" y="20751"/>
                </a:lnTo>
                <a:lnTo>
                  <a:pt x="3150" y="18437"/>
                </a:lnTo>
                <a:lnTo>
                  <a:pt x="844" y="15004"/>
                </a:lnTo>
                <a:lnTo>
                  <a:pt x="0" y="10800"/>
                </a:lnTo>
                <a:close/>
              </a:path>
            </a:pathLst>
          </a:custGeom>
          <a:ln w="12700">
            <a:solidFill>
              <a:srgbClr val="2C6A4F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570" name="object 107" descr="object 107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4799076" y="4799012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71" name="object 108" descr="object 10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303901" y="274699"/>
            <a:ext cx="69852" cy="69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74" name="object 109"/>
          <p:cNvGrpSpPr/>
          <p:nvPr/>
        </p:nvGrpSpPr>
        <p:grpSpPr>
          <a:xfrm>
            <a:off x="5310251" y="785876"/>
            <a:ext cx="57152" cy="47627"/>
            <a:chOff x="0" y="0"/>
            <a:chExt cx="57150" cy="47626"/>
          </a:xfrm>
        </p:grpSpPr>
        <p:sp>
          <p:nvSpPr>
            <p:cNvPr id="572" name="object 110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6581" y="840"/>
                  </a:lnTo>
                  <a:lnTo>
                    <a:pt x="3150" y="3139"/>
                  </a:lnTo>
                  <a:lnTo>
                    <a:pt x="844" y="6561"/>
                  </a:lnTo>
                  <a:lnTo>
                    <a:pt x="0" y="10771"/>
                  </a:lnTo>
                  <a:lnTo>
                    <a:pt x="844" y="14990"/>
                  </a:lnTo>
                  <a:lnTo>
                    <a:pt x="3150" y="18432"/>
                  </a:lnTo>
                  <a:lnTo>
                    <a:pt x="6581" y="20750"/>
                  </a:lnTo>
                  <a:lnTo>
                    <a:pt x="10800" y="21600"/>
                  </a:lnTo>
                  <a:lnTo>
                    <a:pt x="14998" y="20750"/>
                  </a:lnTo>
                  <a:lnTo>
                    <a:pt x="18432" y="18432"/>
                  </a:lnTo>
                  <a:lnTo>
                    <a:pt x="20749" y="14990"/>
                  </a:lnTo>
                  <a:lnTo>
                    <a:pt x="21600" y="10771"/>
                  </a:lnTo>
                  <a:lnTo>
                    <a:pt x="20749" y="6561"/>
                  </a:lnTo>
                  <a:lnTo>
                    <a:pt x="18432" y="3139"/>
                  </a:lnTo>
                  <a:lnTo>
                    <a:pt x="14998" y="8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73" name="object 111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71"/>
                  </a:moveTo>
                  <a:lnTo>
                    <a:pt x="844" y="6561"/>
                  </a:lnTo>
                  <a:lnTo>
                    <a:pt x="3150" y="3139"/>
                  </a:lnTo>
                  <a:lnTo>
                    <a:pt x="6581" y="840"/>
                  </a:lnTo>
                  <a:lnTo>
                    <a:pt x="10800" y="0"/>
                  </a:lnTo>
                  <a:lnTo>
                    <a:pt x="14998" y="840"/>
                  </a:lnTo>
                  <a:lnTo>
                    <a:pt x="18432" y="3139"/>
                  </a:lnTo>
                  <a:lnTo>
                    <a:pt x="20749" y="6561"/>
                  </a:lnTo>
                  <a:lnTo>
                    <a:pt x="21600" y="10771"/>
                  </a:lnTo>
                  <a:lnTo>
                    <a:pt x="20749" y="14990"/>
                  </a:lnTo>
                  <a:lnTo>
                    <a:pt x="18432" y="18432"/>
                  </a:lnTo>
                  <a:lnTo>
                    <a:pt x="14998" y="20750"/>
                  </a:lnTo>
                  <a:lnTo>
                    <a:pt x="10800" y="21600"/>
                  </a:lnTo>
                  <a:lnTo>
                    <a:pt x="6581" y="20750"/>
                  </a:lnTo>
                  <a:lnTo>
                    <a:pt x="3150" y="18432"/>
                  </a:lnTo>
                  <a:lnTo>
                    <a:pt x="844" y="14990"/>
                  </a:lnTo>
                  <a:lnTo>
                    <a:pt x="0" y="10771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575" name="object 112" descr="object 11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303901" y="1274824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76" name="object 113" descr="object 11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303901" y="1779651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77" name="object 114" descr="object 114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303901" y="4799012"/>
            <a:ext cx="69852" cy="69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80" name="object 115"/>
          <p:cNvGrpSpPr/>
          <p:nvPr/>
        </p:nvGrpSpPr>
        <p:grpSpPr>
          <a:xfrm>
            <a:off x="5815076" y="281049"/>
            <a:ext cx="47627" cy="57152"/>
            <a:chOff x="0" y="0"/>
            <a:chExt cx="47626" cy="57150"/>
          </a:xfrm>
        </p:grpSpPr>
        <p:sp>
          <p:nvSpPr>
            <p:cNvPr id="578" name="object 116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71" y="0"/>
                  </a:moveTo>
                  <a:lnTo>
                    <a:pt x="6561" y="844"/>
                  </a:lnTo>
                  <a:lnTo>
                    <a:pt x="3139" y="3150"/>
                  </a:lnTo>
                  <a:lnTo>
                    <a:pt x="840" y="6581"/>
                  </a:lnTo>
                  <a:lnTo>
                    <a:pt x="0" y="10800"/>
                  </a:lnTo>
                  <a:lnTo>
                    <a:pt x="840" y="14998"/>
                  </a:lnTo>
                  <a:lnTo>
                    <a:pt x="3139" y="18432"/>
                  </a:lnTo>
                  <a:lnTo>
                    <a:pt x="6561" y="20749"/>
                  </a:lnTo>
                  <a:lnTo>
                    <a:pt x="10771" y="21600"/>
                  </a:lnTo>
                  <a:lnTo>
                    <a:pt x="14990" y="20749"/>
                  </a:lnTo>
                  <a:lnTo>
                    <a:pt x="18432" y="18432"/>
                  </a:lnTo>
                  <a:lnTo>
                    <a:pt x="20750" y="14998"/>
                  </a:lnTo>
                  <a:lnTo>
                    <a:pt x="21600" y="10800"/>
                  </a:lnTo>
                  <a:lnTo>
                    <a:pt x="20750" y="6581"/>
                  </a:lnTo>
                  <a:lnTo>
                    <a:pt x="18432" y="3150"/>
                  </a:lnTo>
                  <a:lnTo>
                    <a:pt x="14990" y="844"/>
                  </a:lnTo>
                  <a:lnTo>
                    <a:pt x="10771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79" name="object 117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840" y="6581"/>
                  </a:lnTo>
                  <a:lnTo>
                    <a:pt x="3139" y="3150"/>
                  </a:lnTo>
                  <a:lnTo>
                    <a:pt x="6561" y="844"/>
                  </a:lnTo>
                  <a:lnTo>
                    <a:pt x="10771" y="0"/>
                  </a:lnTo>
                  <a:lnTo>
                    <a:pt x="14990" y="844"/>
                  </a:lnTo>
                  <a:lnTo>
                    <a:pt x="18432" y="3150"/>
                  </a:lnTo>
                  <a:lnTo>
                    <a:pt x="20750" y="6581"/>
                  </a:lnTo>
                  <a:lnTo>
                    <a:pt x="21600" y="10800"/>
                  </a:lnTo>
                  <a:lnTo>
                    <a:pt x="20750" y="14998"/>
                  </a:lnTo>
                  <a:lnTo>
                    <a:pt x="18432" y="18432"/>
                  </a:lnTo>
                  <a:lnTo>
                    <a:pt x="14990" y="20749"/>
                  </a:lnTo>
                  <a:lnTo>
                    <a:pt x="10771" y="21600"/>
                  </a:lnTo>
                  <a:lnTo>
                    <a:pt x="6561" y="20749"/>
                  </a:lnTo>
                  <a:lnTo>
                    <a:pt x="3139" y="18432"/>
                  </a:lnTo>
                  <a:lnTo>
                    <a:pt x="840" y="14998"/>
                  </a:lnTo>
                  <a:lnTo>
                    <a:pt x="0" y="10800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583" name="object 118"/>
          <p:cNvGrpSpPr/>
          <p:nvPr/>
        </p:nvGrpSpPr>
        <p:grpSpPr>
          <a:xfrm>
            <a:off x="5815076" y="785876"/>
            <a:ext cx="47627" cy="47627"/>
            <a:chOff x="0" y="0"/>
            <a:chExt cx="47626" cy="47626"/>
          </a:xfrm>
        </p:grpSpPr>
        <p:sp>
          <p:nvSpPr>
            <p:cNvPr id="581" name="object 119"/>
            <p:cNvSpPr/>
            <p:nvPr/>
          </p:nvSpPr>
          <p:spPr>
            <a:xfrm>
              <a:off x="0" y="0"/>
              <a:ext cx="47627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71" y="0"/>
                  </a:moveTo>
                  <a:lnTo>
                    <a:pt x="6561" y="840"/>
                  </a:lnTo>
                  <a:lnTo>
                    <a:pt x="3139" y="3139"/>
                  </a:lnTo>
                  <a:lnTo>
                    <a:pt x="840" y="6561"/>
                  </a:lnTo>
                  <a:lnTo>
                    <a:pt x="0" y="10771"/>
                  </a:lnTo>
                  <a:lnTo>
                    <a:pt x="840" y="14990"/>
                  </a:lnTo>
                  <a:lnTo>
                    <a:pt x="3139" y="18432"/>
                  </a:lnTo>
                  <a:lnTo>
                    <a:pt x="6561" y="20750"/>
                  </a:lnTo>
                  <a:lnTo>
                    <a:pt x="10771" y="21600"/>
                  </a:lnTo>
                  <a:lnTo>
                    <a:pt x="14990" y="20750"/>
                  </a:lnTo>
                  <a:lnTo>
                    <a:pt x="18432" y="18432"/>
                  </a:lnTo>
                  <a:lnTo>
                    <a:pt x="20750" y="14990"/>
                  </a:lnTo>
                  <a:lnTo>
                    <a:pt x="21600" y="10771"/>
                  </a:lnTo>
                  <a:lnTo>
                    <a:pt x="20750" y="6561"/>
                  </a:lnTo>
                  <a:lnTo>
                    <a:pt x="18432" y="3139"/>
                  </a:lnTo>
                  <a:lnTo>
                    <a:pt x="14990" y="840"/>
                  </a:lnTo>
                  <a:lnTo>
                    <a:pt x="10771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82" name="object 120"/>
            <p:cNvSpPr/>
            <p:nvPr/>
          </p:nvSpPr>
          <p:spPr>
            <a:xfrm>
              <a:off x="0" y="0"/>
              <a:ext cx="47627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71"/>
                  </a:moveTo>
                  <a:lnTo>
                    <a:pt x="840" y="6561"/>
                  </a:lnTo>
                  <a:lnTo>
                    <a:pt x="3139" y="3139"/>
                  </a:lnTo>
                  <a:lnTo>
                    <a:pt x="6561" y="840"/>
                  </a:lnTo>
                  <a:lnTo>
                    <a:pt x="10771" y="0"/>
                  </a:lnTo>
                  <a:lnTo>
                    <a:pt x="14990" y="840"/>
                  </a:lnTo>
                  <a:lnTo>
                    <a:pt x="18432" y="3139"/>
                  </a:lnTo>
                  <a:lnTo>
                    <a:pt x="20750" y="6561"/>
                  </a:lnTo>
                  <a:lnTo>
                    <a:pt x="21600" y="10771"/>
                  </a:lnTo>
                  <a:lnTo>
                    <a:pt x="20750" y="14990"/>
                  </a:lnTo>
                  <a:lnTo>
                    <a:pt x="18432" y="18432"/>
                  </a:lnTo>
                  <a:lnTo>
                    <a:pt x="14990" y="20750"/>
                  </a:lnTo>
                  <a:lnTo>
                    <a:pt x="10771" y="21600"/>
                  </a:lnTo>
                  <a:lnTo>
                    <a:pt x="6561" y="20750"/>
                  </a:lnTo>
                  <a:lnTo>
                    <a:pt x="3139" y="18432"/>
                  </a:lnTo>
                  <a:lnTo>
                    <a:pt x="840" y="14990"/>
                  </a:lnTo>
                  <a:lnTo>
                    <a:pt x="0" y="10771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586" name="object 121"/>
          <p:cNvGrpSpPr/>
          <p:nvPr/>
        </p:nvGrpSpPr>
        <p:grpSpPr>
          <a:xfrm>
            <a:off x="5815076" y="1281174"/>
            <a:ext cx="47627" cy="57152"/>
            <a:chOff x="0" y="0"/>
            <a:chExt cx="47626" cy="57150"/>
          </a:xfrm>
        </p:grpSpPr>
        <p:sp>
          <p:nvSpPr>
            <p:cNvPr id="584" name="object 122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71" y="0"/>
                  </a:moveTo>
                  <a:lnTo>
                    <a:pt x="6561" y="844"/>
                  </a:lnTo>
                  <a:lnTo>
                    <a:pt x="3139" y="3150"/>
                  </a:lnTo>
                  <a:lnTo>
                    <a:pt x="840" y="6581"/>
                  </a:lnTo>
                  <a:lnTo>
                    <a:pt x="0" y="10800"/>
                  </a:lnTo>
                  <a:lnTo>
                    <a:pt x="840" y="14998"/>
                  </a:lnTo>
                  <a:lnTo>
                    <a:pt x="3139" y="18432"/>
                  </a:lnTo>
                  <a:lnTo>
                    <a:pt x="6561" y="20749"/>
                  </a:lnTo>
                  <a:lnTo>
                    <a:pt x="10771" y="21600"/>
                  </a:lnTo>
                  <a:lnTo>
                    <a:pt x="14990" y="20749"/>
                  </a:lnTo>
                  <a:lnTo>
                    <a:pt x="18432" y="18432"/>
                  </a:lnTo>
                  <a:lnTo>
                    <a:pt x="20750" y="14998"/>
                  </a:lnTo>
                  <a:lnTo>
                    <a:pt x="21600" y="10800"/>
                  </a:lnTo>
                  <a:lnTo>
                    <a:pt x="20750" y="6581"/>
                  </a:lnTo>
                  <a:lnTo>
                    <a:pt x="18432" y="3150"/>
                  </a:lnTo>
                  <a:lnTo>
                    <a:pt x="14990" y="844"/>
                  </a:lnTo>
                  <a:lnTo>
                    <a:pt x="10771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85" name="object 123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840" y="6581"/>
                  </a:lnTo>
                  <a:lnTo>
                    <a:pt x="3139" y="3150"/>
                  </a:lnTo>
                  <a:lnTo>
                    <a:pt x="6561" y="844"/>
                  </a:lnTo>
                  <a:lnTo>
                    <a:pt x="10771" y="0"/>
                  </a:lnTo>
                  <a:lnTo>
                    <a:pt x="14990" y="844"/>
                  </a:lnTo>
                  <a:lnTo>
                    <a:pt x="18432" y="3150"/>
                  </a:lnTo>
                  <a:lnTo>
                    <a:pt x="20750" y="6581"/>
                  </a:lnTo>
                  <a:lnTo>
                    <a:pt x="21600" y="10800"/>
                  </a:lnTo>
                  <a:lnTo>
                    <a:pt x="20750" y="14998"/>
                  </a:lnTo>
                  <a:lnTo>
                    <a:pt x="18432" y="18432"/>
                  </a:lnTo>
                  <a:lnTo>
                    <a:pt x="14990" y="20749"/>
                  </a:lnTo>
                  <a:lnTo>
                    <a:pt x="10771" y="21600"/>
                  </a:lnTo>
                  <a:lnTo>
                    <a:pt x="6561" y="20749"/>
                  </a:lnTo>
                  <a:lnTo>
                    <a:pt x="3139" y="18432"/>
                  </a:lnTo>
                  <a:lnTo>
                    <a:pt x="840" y="14998"/>
                  </a:lnTo>
                  <a:lnTo>
                    <a:pt x="0" y="10800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589" name="object 124"/>
          <p:cNvGrpSpPr/>
          <p:nvPr/>
        </p:nvGrpSpPr>
        <p:grpSpPr>
          <a:xfrm>
            <a:off x="5815076" y="1786001"/>
            <a:ext cx="47627" cy="57152"/>
            <a:chOff x="0" y="0"/>
            <a:chExt cx="47626" cy="57150"/>
          </a:xfrm>
        </p:grpSpPr>
        <p:sp>
          <p:nvSpPr>
            <p:cNvPr id="587" name="object 125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71" y="0"/>
                  </a:moveTo>
                  <a:lnTo>
                    <a:pt x="6561" y="844"/>
                  </a:lnTo>
                  <a:lnTo>
                    <a:pt x="3139" y="3150"/>
                  </a:lnTo>
                  <a:lnTo>
                    <a:pt x="840" y="6581"/>
                  </a:lnTo>
                  <a:lnTo>
                    <a:pt x="0" y="10800"/>
                  </a:lnTo>
                  <a:lnTo>
                    <a:pt x="840" y="14998"/>
                  </a:lnTo>
                  <a:lnTo>
                    <a:pt x="3139" y="18432"/>
                  </a:lnTo>
                  <a:lnTo>
                    <a:pt x="6561" y="20749"/>
                  </a:lnTo>
                  <a:lnTo>
                    <a:pt x="10771" y="21600"/>
                  </a:lnTo>
                  <a:lnTo>
                    <a:pt x="14990" y="20749"/>
                  </a:lnTo>
                  <a:lnTo>
                    <a:pt x="18432" y="18432"/>
                  </a:lnTo>
                  <a:lnTo>
                    <a:pt x="20750" y="14998"/>
                  </a:lnTo>
                  <a:lnTo>
                    <a:pt x="21600" y="10800"/>
                  </a:lnTo>
                  <a:lnTo>
                    <a:pt x="20750" y="6581"/>
                  </a:lnTo>
                  <a:lnTo>
                    <a:pt x="18432" y="3150"/>
                  </a:lnTo>
                  <a:lnTo>
                    <a:pt x="14990" y="844"/>
                  </a:lnTo>
                  <a:lnTo>
                    <a:pt x="10771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88" name="object 126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840" y="6581"/>
                  </a:lnTo>
                  <a:lnTo>
                    <a:pt x="3139" y="3150"/>
                  </a:lnTo>
                  <a:lnTo>
                    <a:pt x="6561" y="844"/>
                  </a:lnTo>
                  <a:lnTo>
                    <a:pt x="10771" y="0"/>
                  </a:lnTo>
                  <a:lnTo>
                    <a:pt x="14990" y="844"/>
                  </a:lnTo>
                  <a:lnTo>
                    <a:pt x="18432" y="3150"/>
                  </a:lnTo>
                  <a:lnTo>
                    <a:pt x="20750" y="6581"/>
                  </a:lnTo>
                  <a:lnTo>
                    <a:pt x="21600" y="10800"/>
                  </a:lnTo>
                  <a:lnTo>
                    <a:pt x="20750" y="14998"/>
                  </a:lnTo>
                  <a:lnTo>
                    <a:pt x="18432" y="18432"/>
                  </a:lnTo>
                  <a:lnTo>
                    <a:pt x="14990" y="20749"/>
                  </a:lnTo>
                  <a:lnTo>
                    <a:pt x="10771" y="21600"/>
                  </a:lnTo>
                  <a:lnTo>
                    <a:pt x="6561" y="20749"/>
                  </a:lnTo>
                  <a:lnTo>
                    <a:pt x="3139" y="18432"/>
                  </a:lnTo>
                  <a:lnTo>
                    <a:pt x="840" y="14998"/>
                  </a:lnTo>
                  <a:lnTo>
                    <a:pt x="0" y="10800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592" name="object 127"/>
          <p:cNvGrpSpPr/>
          <p:nvPr/>
        </p:nvGrpSpPr>
        <p:grpSpPr>
          <a:xfrm>
            <a:off x="5815076" y="4805362"/>
            <a:ext cx="47627" cy="57152"/>
            <a:chOff x="0" y="0"/>
            <a:chExt cx="47626" cy="57150"/>
          </a:xfrm>
        </p:grpSpPr>
        <p:sp>
          <p:nvSpPr>
            <p:cNvPr id="590" name="object 128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71" y="0"/>
                  </a:moveTo>
                  <a:lnTo>
                    <a:pt x="6561" y="848"/>
                  </a:lnTo>
                  <a:lnTo>
                    <a:pt x="3139" y="3162"/>
                  </a:lnTo>
                  <a:lnTo>
                    <a:pt x="840" y="6595"/>
                  </a:lnTo>
                  <a:lnTo>
                    <a:pt x="0" y="10800"/>
                  </a:lnTo>
                  <a:lnTo>
                    <a:pt x="840" y="15004"/>
                  </a:lnTo>
                  <a:lnTo>
                    <a:pt x="3139" y="18437"/>
                  </a:lnTo>
                  <a:lnTo>
                    <a:pt x="6561" y="20751"/>
                  </a:lnTo>
                  <a:lnTo>
                    <a:pt x="10771" y="21600"/>
                  </a:lnTo>
                  <a:lnTo>
                    <a:pt x="14990" y="20751"/>
                  </a:lnTo>
                  <a:lnTo>
                    <a:pt x="18432" y="18437"/>
                  </a:lnTo>
                  <a:lnTo>
                    <a:pt x="20750" y="15004"/>
                  </a:lnTo>
                  <a:lnTo>
                    <a:pt x="21600" y="10800"/>
                  </a:lnTo>
                  <a:lnTo>
                    <a:pt x="20750" y="6595"/>
                  </a:lnTo>
                  <a:lnTo>
                    <a:pt x="18432" y="3162"/>
                  </a:lnTo>
                  <a:lnTo>
                    <a:pt x="14990" y="848"/>
                  </a:lnTo>
                  <a:lnTo>
                    <a:pt x="10771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91" name="object 129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840" y="6595"/>
                  </a:lnTo>
                  <a:lnTo>
                    <a:pt x="3139" y="3162"/>
                  </a:lnTo>
                  <a:lnTo>
                    <a:pt x="6561" y="848"/>
                  </a:lnTo>
                  <a:lnTo>
                    <a:pt x="10771" y="0"/>
                  </a:lnTo>
                  <a:lnTo>
                    <a:pt x="14990" y="848"/>
                  </a:lnTo>
                  <a:lnTo>
                    <a:pt x="18432" y="3162"/>
                  </a:lnTo>
                  <a:lnTo>
                    <a:pt x="20750" y="6595"/>
                  </a:lnTo>
                  <a:lnTo>
                    <a:pt x="21600" y="10800"/>
                  </a:lnTo>
                  <a:lnTo>
                    <a:pt x="20750" y="15004"/>
                  </a:lnTo>
                  <a:lnTo>
                    <a:pt x="18432" y="18437"/>
                  </a:lnTo>
                  <a:lnTo>
                    <a:pt x="14990" y="20751"/>
                  </a:lnTo>
                  <a:lnTo>
                    <a:pt x="10771" y="21600"/>
                  </a:lnTo>
                  <a:lnTo>
                    <a:pt x="6561" y="20751"/>
                  </a:lnTo>
                  <a:lnTo>
                    <a:pt x="3139" y="18437"/>
                  </a:lnTo>
                  <a:lnTo>
                    <a:pt x="840" y="15004"/>
                  </a:lnTo>
                  <a:lnTo>
                    <a:pt x="0" y="10800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593" name="object 130" descr="object 13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04026" y="274699"/>
            <a:ext cx="69852" cy="69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96" name="object 131"/>
          <p:cNvGrpSpPr/>
          <p:nvPr/>
        </p:nvGrpSpPr>
        <p:grpSpPr>
          <a:xfrm>
            <a:off x="6310376" y="785876"/>
            <a:ext cx="57152" cy="47627"/>
            <a:chOff x="0" y="0"/>
            <a:chExt cx="57150" cy="47626"/>
          </a:xfrm>
        </p:grpSpPr>
        <p:sp>
          <p:nvSpPr>
            <p:cNvPr id="594" name="object 132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6581" y="840"/>
                  </a:lnTo>
                  <a:lnTo>
                    <a:pt x="3150" y="3139"/>
                  </a:lnTo>
                  <a:lnTo>
                    <a:pt x="844" y="6561"/>
                  </a:lnTo>
                  <a:lnTo>
                    <a:pt x="0" y="10771"/>
                  </a:lnTo>
                  <a:lnTo>
                    <a:pt x="844" y="14990"/>
                  </a:lnTo>
                  <a:lnTo>
                    <a:pt x="3150" y="18432"/>
                  </a:lnTo>
                  <a:lnTo>
                    <a:pt x="6581" y="20750"/>
                  </a:lnTo>
                  <a:lnTo>
                    <a:pt x="10800" y="21600"/>
                  </a:lnTo>
                  <a:lnTo>
                    <a:pt x="14998" y="20750"/>
                  </a:lnTo>
                  <a:lnTo>
                    <a:pt x="18432" y="18432"/>
                  </a:lnTo>
                  <a:lnTo>
                    <a:pt x="20749" y="14990"/>
                  </a:lnTo>
                  <a:lnTo>
                    <a:pt x="21600" y="10771"/>
                  </a:lnTo>
                  <a:lnTo>
                    <a:pt x="20749" y="6561"/>
                  </a:lnTo>
                  <a:lnTo>
                    <a:pt x="18432" y="3139"/>
                  </a:lnTo>
                  <a:lnTo>
                    <a:pt x="14998" y="8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595" name="object 133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71"/>
                  </a:moveTo>
                  <a:lnTo>
                    <a:pt x="844" y="6561"/>
                  </a:lnTo>
                  <a:lnTo>
                    <a:pt x="3150" y="3139"/>
                  </a:lnTo>
                  <a:lnTo>
                    <a:pt x="6581" y="840"/>
                  </a:lnTo>
                  <a:lnTo>
                    <a:pt x="10800" y="0"/>
                  </a:lnTo>
                  <a:lnTo>
                    <a:pt x="14998" y="840"/>
                  </a:lnTo>
                  <a:lnTo>
                    <a:pt x="18432" y="3139"/>
                  </a:lnTo>
                  <a:lnTo>
                    <a:pt x="20749" y="6561"/>
                  </a:lnTo>
                  <a:lnTo>
                    <a:pt x="21600" y="10771"/>
                  </a:lnTo>
                  <a:lnTo>
                    <a:pt x="20749" y="14990"/>
                  </a:lnTo>
                  <a:lnTo>
                    <a:pt x="18432" y="18432"/>
                  </a:lnTo>
                  <a:lnTo>
                    <a:pt x="14998" y="20750"/>
                  </a:lnTo>
                  <a:lnTo>
                    <a:pt x="10800" y="21600"/>
                  </a:lnTo>
                  <a:lnTo>
                    <a:pt x="6581" y="20750"/>
                  </a:lnTo>
                  <a:lnTo>
                    <a:pt x="3150" y="18432"/>
                  </a:lnTo>
                  <a:lnTo>
                    <a:pt x="844" y="14990"/>
                  </a:lnTo>
                  <a:lnTo>
                    <a:pt x="0" y="10771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597" name="object 134" descr="object 13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04026" y="1274824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98" name="object 135" descr="object 13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304026" y="1779651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599" name="object 136" descr="object 13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304026" y="4799012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600" name="object 137" descr="object 13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808851" y="274699"/>
            <a:ext cx="69852" cy="69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03" name="object 138"/>
          <p:cNvGrpSpPr/>
          <p:nvPr/>
        </p:nvGrpSpPr>
        <p:grpSpPr>
          <a:xfrm>
            <a:off x="6815201" y="785876"/>
            <a:ext cx="57152" cy="47627"/>
            <a:chOff x="0" y="0"/>
            <a:chExt cx="57150" cy="47626"/>
          </a:xfrm>
        </p:grpSpPr>
        <p:sp>
          <p:nvSpPr>
            <p:cNvPr id="601" name="object 139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6581" y="840"/>
                  </a:lnTo>
                  <a:lnTo>
                    <a:pt x="3150" y="3139"/>
                  </a:lnTo>
                  <a:lnTo>
                    <a:pt x="844" y="6561"/>
                  </a:lnTo>
                  <a:lnTo>
                    <a:pt x="0" y="10771"/>
                  </a:lnTo>
                  <a:lnTo>
                    <a:pt x="844" y="14990"/>
                  </a:lnTo>
                  <a:lnTo>
                    <a:pt x="3150" y="18432"/>
                  </a:lnTo>
                  <a:lnTo>
                    <a:pt x="6581" y="20750"/>
                  </a:lnTo>
                  <a:lnTo>
                    <a:pt x="10800" y="21600"/>
                  </a:lnTo>
                  <a:lnTo>
                    <a:pt x="14998" y="20750"/>
                  </a:lnTo>
                  <a:lnTo>
                    <a:pt x="18432" y="18432"/>
                  </a:lnTo>
                  <a:lnTo>
                    <a:pt x="20749" y="14990"/>
                  </a:lnTo>
                  <a:lnTo>
                    <a:pt x="21600" y="10771"/>
                  </a:lnTo>
                  <a:lnTo>
                    <a:pt x="20749" y="6561"/>
                  </a:lnTo>
                  <a:lnTo>
                    <a:pt x="18432" y="3139"/>
                  </a:lnTo>
                  <a:lnTo>
                    <a:pt x="14998" y="8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02" name="object 140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71"/>
                  </a:moveTo>
                  <a:lnTo>
                    <a:pt x="844" y="6561"/>
                  </a:lnTo>
                  <a:lnTo>
                    <a:pt x="3150" y="3139"/>
                  </a:lnTo>
                  <a:lnTo>
                    <a:pt x="6581" y="840"/>
                  </a:lnTo>
                  <a:lnTo>
                    <a:pt x="10800" y="0"/>
                  </a:lnTo>
                  <a:lnTo>
                    <a:pt x="14998" y="840"/>
                  </a:lnTo>
                  <a:lnTo>
                    <a:pt x="18432" y="3139"/>
                  </a:lnTo>
                  <a:lnTo>
                    <a:pt x="20749" y="6561"/>
                  </a:lnTo>
                  <a:lnTo>
                    <a:pt x="21600" y="10771"/>
                  </a:lnTo>
                  <a:lnTo>
                    <a:pt x="20749" y="14990"/>
                  </a:lnTo>
                  <a:lnTo>
                    <a:pt x="18432" y="18432"/>
                  </a:lnTo>
                  <a:lnTo>
                    <a:pt x="14998" y="20750"/>
                  </a:lnTo>
                  <a:lnTo>
                    <a:pt x="10800" y="21600"/>
                  </a:lnTo>
                  <a:lnTo>
                    <a:pt x="6581" y="20750"/>
                  </a:lnTo>
                  <a:lnTo>
                    <a:pt x="3150" y="18432"/>
                  </a:lnTo>
                  <a:lnTo>
                    <a:pt x="844" y="14990"/>
                  </a:lnTo>
                  <a:lnTo>
                    <a:pt x="0" y="10771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604" name="object 141" descr="object 14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808851" y="1274824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605" name="object 142" descr="object 14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6808851" y="1779651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606" name="object 143" descr="object 143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6808851" y="4799012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607" name="object 144" descr="object 14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313676" y="274699"/>
            <a:ext cx="69852" cy="69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10" name="object 145"/>
          <p:cNvGrpSpPr/>
          <p:nvPr/>
        </p:nvGrpSpPr>
        <p:grpSpPr>
          <a:xfrm>
            <a:off x="7320026" y="785876"/>
            <a:ext cx="57152" cy="47627"/>
            <a:chOff x="0" y="0"/>
            <a:chExt cx="57150" cy="47626"/>
          </a:xfrm>
        </p:grpSpPr>
        <p:sp>
          <p:nvSpPr>
            <p:cNvPr id="608" name="object 146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6581" y="840"/>
                  </a:lnTo>
                  <a:lnTo>
                    <a:pt x="3150" y="3139"/>
                  </a:lnTo>
                  <a:lnTo>
                    <a:pt x="844" y="6561"/>
                  </a:lnTo>
                  <a:lnTo>
                    <a:pt x="0" y="10771"/>
                  </a:lnTo>
                  <a:lnTo>
                    <a:pt x="844" y="14990"/>
                  </a:lnTo>
                  <a:lnTo>
                    <a:pt x="3150" y="18432"/>
                  </a:lnTo>
                  <a:lnTo>
                    <a:pt x="6581" y="20750"/>
                  </a:lnTo>
                  <a:lnTo>
                    <a:pt x="10800" y="21600"/>
                  </a:lnTo>
                  <a:lnTo>
                    <a:pt x="14998" y="20750"/>
                  </a:lnTo>
                  <a:lnTo>
                    <a:pt x="18432" y="18432"/>
                  </a:lnTo>
                  <a:lnTo>
                    <a:pt x="20749" y="14990"/>
                  </a:lnTo>
                  <a:lnTo>
                    <a:pt x="21600" y="10771"/>
                  </a:lnTo>
                  <a:lnTo>
                    <a:pt x="20749" y="6561"/>
                  </a:lnTo>
                  <a:lnTo>
                    <a:pt x="18432" y="3139"/>
                  </a:lnTo>
                  <a:lnTo>
                    <a:pt x="14998" y="8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09" name="object 147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71"/>
                  </a:moveTo>
                  <a:lnTo>
                    <a:pt x="844" y="6561"/>
                  </a:lnTo>
                  <a:lnTo>
                    <a:pt x="3150" y="3139"/>
                  </a:lnTo>
                  <a:lnTo>
                    <a:pt x="6581" y="840"/>
                  </a:lnTo>
                  <a:lnTo>
                    <a:pt x="10800" y="0"/>
                  </a:lnTo>
                  <a:lnTo>
                    <a:pt x="14998" y="840"/>
                  </a:lnTo>
                  <a:lnTo>
                    <a:pt x="18432" y="3139"/>
                  </a:lnTo>
                  <a:lnTo>
                    <a:pt x="20749" y="6561"/>
                  </a:lnTo>
                  <a:lnTo>
                    <a:pt x="21600" y="10771"/>
                  </a:lnTo>
                  <a:lnTo>
                    <a:pt x="20749" y="14990"/>
                  </a:lnTo>
                  <a:lnTo>
                    <a:pt x="18432" y="18432"/>
                  </a:lnTo>
                  <a:lnTo>
                    <a:pt x="14998" y="20750"/>
                  </a:lnTo>
                  <a:lnTo>
                    <a:pt x="10800" y="21600"/>
                  </a:lnTo>
                  <a:lnTo>
                    <a:pt x="6581" y="20750"/>
                  </a:lnTo>
                  <a:lnTo>
                    <a:pt x="3150" y="18432"/>
                  </a:lnTo>
                  <a:lnTo>
                    <a:pt x="844" y="14990"/>
                  </a:lnTo>
                  <a:lnTo>
                    <a:pt x="0" y="10771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611" name="object 148" descr="object 14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313676" y="1274824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612" name="object 149" descr="object 14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313676" y="1779651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613" name="object 150" descr="object 15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313676" y="4799012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614" name="object 151" descr="object 151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18501" y="274699"/>
            <a:ext cx="69852" cy="69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17" name="object 152"/>
          <p:cNvGrpSpPr/>
          <p:nvPr/>
        </p:nvGrpSpPr>
        <p:grpSpPr>
          <a:xfrm>
            <a:off x="7824851" y="785876"/>
            <a:ext cx="57152" cy="47627"/>
            <a:chOff x="0" y="0"/>
            <a:chExt cx="57150" cy="47626"/>
          </a:xfrm>
        </p:grpSpPr>
        <p:sp>
          <p:nvSpPr>
            <p:cNvPr id="615" name="object 153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6581" y="840"/>
                  </a:lnTo>
                  <a:lnTo>
                    <a:pt x="3150" y="3139"/>
                  </a:lnTo>
                  <a:lnTo>
                    <a:pt x="844" y="6561"/>
                  </a:lnTo>
                  <a:lnTo>
                    <a:pt x="0" y="10771"/>
                  </a:lnTo>
                  <a:lnTo>
                    <a:pt x="844" y="14990"/>
                  </a:lnTo>
                  <a:lnTo>
                    <a:pt x="3150" y="18432"/>
                  </a:lnTo>
                  <a:lnTo>
                    <a:pt x="6581" y="20750"/>
                  </a:lnTo>
                  <a:lnTo>
                    <a:pt x="10800" y="21600"/>
                  </a:lnTo>
                  <a:lnTo>
                    <a:pt x="14998" y="20750"/>
                  </a:lnTo>
                  <a:lnTo>
                    <a:pt x="18432" y="18432"/>
                  </a:lnTo>
                  <a:lnTo>
                    <a:pt x="20749" y="14990"/>
                  </a:lnTo>
                  <a:lnTo>
                    <a:pt x="21600" y="10771"/>
                  </a:lnTo>
                  <a:lnTo>
                    <a:pt x="20749" y="6561"/>
                  </a:lnTo>
                  <a:lnTo>
                    <a:pt x="18432" y="3139"/>
                  </a:lnTo>
                  <a:lnTo>
                    <a:pt x="14998" y="8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16" name="object 154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71"/>
                  </a:moveTo>
                  <a:lnTo>
                    <a:pt x="844" y="6561"/>
                  </a:lnTo>
                  <a:lnTo>
                    <a:pt x="3150" y="3139"/>
                  </a:lnTo>
                  <a:lnTo>
                    <a:pt x="6581" y="840"/>
                  </a:lnTo>
                  <a:lnTo>
                    <a:pt x="10800" y="0"/>
                  </a:lnTo>
                  <a:lnTo>
                    <a:pt x="14998" y="840"/>
                  </a:lnTo>
                  <a:lnTo>
                    <a:pt x="18432" y="3139"/>
                  </a:lnTo>
                  <a:lnTo>
                    <a:pt x="20749" y="6561"/>
                  </a:lnTo>
                  <a:lnTo>
                    <a:pt x="21600" y="10771"/>
                  </a:lnTo>
                  <a:lnTo>
                    <a:pt x="20749" y="14990"/>
                  </a:lnTo>
                  <a:lnTo>
                    <a:pt x="18432" y="18432"/>
                  </a:lnTo>
                  <a:lnTo>
                    <a:pt x="14998" y="20750"/>
                  </a:lnTo>
                  <a:lnTo>
                    <a:pt x="10800" y="21600"/>
                  </a:lnTo>
                  <a:lnTo>
                    <a:pt x="6581" y="20750"/>
                  </a:lnTo>
                  <a:lnTo>
                    <a:pt x="3150" y="18432"/>
                  </a:lnTo>
                  <a:lnTo>
                    <a:pt x="844" y="14990"/>
                  </a:lnTo>
                  <a:lnTo>
                    <a:pt x="0" y="10771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618" name="object 155" descr="object 15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18501" y="1274824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619" name="object 156" descr="object 156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7818501" y="1779651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620" name="object 157" descr="object 157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7818501" y="4799012"/>
            <a:ext cx="69852" cy="69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23" name="object 158"/>
          <p:cNvGrpSpPr/>
          <p:nvPr/>
        </p:nvGrpSpPr>
        <p:grpSpPr>
          <a:xfrm>
            <a:off x="8329676" y="281049"/>
            <a:ext cx="47627" cy="57152"/>
            <a:chOff x="0" y="0"/>
            <a:chExt cx="47626" cy="57150"/>
          </a:xfrm>
        </p:grpSpPr>
        <p:sp>
          <p:nvSpPr>
            <p:cNvPr id="621" name="object 159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71" y="0"/>
                  </a:moveTo>
                  <a:lnTo>
                    <a:pt x="6561" y="844"/>
                  </a:lnTo>
                  <a:lnTo>
                    <a:pt x="3139" y="3150"/>
                  </a:lnTo>
                  <a:lnTo>
                    <a:pt x="840" y="6581"/>
                  </a:lnTo>
                  <a:lnTo>
                    <a:pt x="0" y="10800"/>
                  </a:lnTo>
                  <a:lnTo>
                    <a:pt x="840" y="14998"/>
                  </a:lnTo>
                  <a:lnTo>
                    <a:pt x="3139" y="18432"/>
                  </a:lnTo>
                  <a:lnTo>
                    <a:pt x="6561" y="20749"/>
                  </a:lnTo>
                  <a:lnTo>
                    <a:pt x="10771" y="21600"/>
                  </a:lnTo>
                  <a:lnTo>
                    <a:pt x="14990" y="20749"/>
                  </a:lnTo>
                  <a:lnTo>
                    <a:pt x="18432" y="18432"/>
                  </a:lnTo>
                  <a:lnTo>
                    <a:pt x="20750" y="14998"/>
                  </a:lnTo>
                  <a:lnTo>
                    <a:pt x="21600" y="10800"/>
                  </a:lnTo>
                  <a:lnTo>
                    <a:pt x="20750" y="6581"/>
                  </a:lnTo>
                  <a:lnTo>
                    <a:pt x="18432" y="3150"/>
                  </a:lnTo>
                  <a:lnTo>
                    <a:pt x="14990" y="844"/>
                  </a:lnTo>
                  <a:lnTo>
                    <a:pt x="10771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22" name="object 160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840" y="6581"/>
                  </a:lnTo>
                  <a:lnTo>
                    <a:pt x="3139" y="3150"/>
                  </a:lnTo>
                  <a:lnTo>
                    <a:pt x="6561" y="844"/>
                  </a:lnTo>
                  <a:lnTo>
                    <a:pt x="10771" y="0"/>
                  </a:lnTo>
                  <a:lnTo>
                    <a:pt x="14990" y="844"/>
                  </a:lnTo>
                  <a:lnTo>
                    <a:pt x="18432" y="3150"/>
                  </a:lnTo>
                  <a:lnTo>
                    <a:pt x="20750" y="6581"/>
                  </a:lnTo>
                  <a:lnTo>
                    <a:pt x="21600" y="10800"/>
                  </a:lnTo>
                  <a:lnTo>
                    <a:pt x="20750" y="14998"/>
                  </a:lnTo>
                  <a:lnTo>
                    <a:pt x="18432" y="18432"/>
                  </a:lnTo>
                  <a:lnTo>
                    <a:pt x="14990" y="20749"/>
                  </a:lnTo>
                  <a:lnTo>
                    <a:pt x="10771" y="21600"/>
                  </a:lnTo>
                  <a:lnTo>
                    <a:pt x="6561" y="20749"/>
                  </a:lnTo>
                  <a:lnTo>
                    <a:pt x="3139" y="18432"/>
                  </a:lnTo>
                  <a:lnTo>
                    <a:pt x="840" y="14998"/>
                  </a:lnTo>
                  <a:lnTo>
                    <a:pt x="0" y="10800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626" name="object 161"/>
          <p:cNvGrpSpPr/>
          <p:nvPr/>
        </p:nvGrpSpPr>
        <p:grpSpPr>
          <a:xfrm>
            <a:off x="8329676" y="785876"/>
            <a:ext cx="47627" cy="47627"/>
            <a:chOff x="0" y="0"/>
            <a:chExt cx="47626" cy="47626"/>
          </a:xfrm>
        </p:grpSpPr>
        <p:sp>
          <p:nvSpPr>
            <p:cNvPr id="624" name="object 162"/>
            <p:cNvSpPr/>
            <p:nvPr/>
          </p:nvSpPr>
          <p:spPr>
            <a:xfrm>
              <a:off x="0" y="0"/>
              <a:ext cx="47627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71" y="0"/>
                  </a:moveTo>
                  <a:lnTo>
                    <a:pt x="6561" y="840"/>
                  </a:lnTo>
                  <a:lnTo>
                    <a:pt x="3139" y="3139"/>
                  </a:lnTo>
                  <a:lnTo>
                    <a:pt x="840" y="6561"/>
                  </a:lnTo>
                  <a:lnTo>
                    <a:pt x="0" y="10771"/>
                  </a:lnTo>
                  <a:lnTo>
                    <a:pt x="840" y="14990"/>
                  </a:lnTo>
                  <a:lnTo>
                    <a:pt x="3139" y="18432"/>
                  </a:lnTo>
                  <a:lnTo>
                    <a:pt x="6561" y="20750"/>
                  </a:lnTo>
                  <a:lnTo>
                    <a:pt x="10771" y="21600"/>
                  </a:lnTo>
                  <a:lnTo>
                    <a:pt x="14990" y="20750"/>
                  </a:lnTo>
                  <a:lnTo>
                    <a:pt x="18432" y="18432"/>
                  </a:lnTo>
                  <a:lnTo>
                    <a:pt x="20750" y="14990"/>
                  </a:lnTo>
                  <a:lnTo>
                    <a:pt x="21600" y="10771"/>
                  </a:lnTo>
                  <a:lnTo>
                    <a:pt x="20750" y="6561"/>
                  </a:lnTo>
                  <a:lnTo>
                    <a:pt x="18432" y="3139"/>
                  </a:lnTo>
                  <a:lnTo>
                    <a:pt x="14990" y="840"/>
                  </a:lnTo>
                  <a:lnTo>
                    <a:pt x="10771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25" name="object 163"/>
            <p:cNvSpPr/>
            <p:nvPr/>
          </p:nvSpPr>
          <p:spPr>
            <a:xfrm>
              <a:off x="0" y="0"/>
              <a:ext cx="47627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71"/>
                  </a:moveTo>
                  <a:lnTo>
                    <a:pt x="840" y="6561"/>
                  </a:lnTo>
                  <a:lnTo>
                    <a:pt x="3139" y="3139"/>
                  </a:lnTo>
                  <a:lnTo>
                    <a:pt x="6561" y="840"/>
                  </a:lnTo>
                  <a:lnTo>
                    <a:pt x="10771" y="0"/>
                  </a:lnTo>
                  <a:lnTo>
                    <a:pt x="14990" y="840"/>
                  </a:lnTo>
                  <a:lnTo>
                    <a:pt x="18432" y="3139"/>
                  </a:lnTo>
                  <a:lnTo>
                    <a:pt x="20750" y="6561"/>
                  </a:lnTo>
                  <a:lnTo>
                    <a:pt x="21600" y="10771"/>
                  </a:lnTo>
                  <a:lnTo>
                    <a:pt x="20750" y="14990"/>
                  </a:lnTo>
                  <a:lnTo>
                    <a:pt x="18432" y="18432"/>
                  </a:lnTo>
                  <a:lnTo>
                    <a:pt x="14990" y="20750"/>
                  </a:lnTo>
                  <a:lnTo>
                    <a:pt x="10771" y="21600"/>
                  </a:lnTo>
                  <a:lnTo>
                    <a:pt x="6561" y="20750"/>
                  </a:lnTo>
                  <a:lnTo>
                    <a:pt x="3139" y="18432"/>
                  </a:lnTo>
                  <a:lnTo>
                    <a:pt x="840" y="14990"/>
                  </a:lnTo>
                  <a:lnTo>
                    <a:pt x="0" y="10771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629" name="object 164"/>
          <p:cNvGrpSpPr/>
          <p:nvPr/>
        </p:nvGrpSpPr>
        <p:grpSpPr>
          <a:xfrm>
            <a:off x="8329676" y="1281174"/>
            <a:ext cx="47627" cy="57152"/>
            <a:chOff x="0" y="0"/>
            <a:chExt cx="47626" cy="57150"/>
          </a:xfrm>
        </p:grpSpPr>
        <p:sp>
          <p:nvSpPr>
            <p:cNvPr id="627" name="object 165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71" y="0"/>
                  </a:moveTo>
                  <a:lnTo>
                    <a:pt x="6561" y="844"/>
                  </a:lnTo>
                  <a:lnTo>
                    <a:pt x="3139" y="3150"/>
                  </a:lnTo>
                  <a:lnTo>
                    <a:pt x="840" y="6581"/>
                  </a:lnTo>
                  <a:lnTo>
                    <a:pt x="0" y="10800"/>
                  </a:lnTo>
                  <a:lnTo>
                    <a:pt x="840" y="14998"/>
                  </a:lnTo>
                  <a:lnTo>
                    <a:pt x="3139" y="18432"/>
                  </a:lnTo>
                  <a:lnTo>
                    <a:pt x="6561" y="20749"/>
                  </a:lnTo>
                  <a:lnTo>
                    <a:pt x="10771" y="21600"/>
                  </a:lnTo>
                  <a:lnTo>
                    <a:pt x="14990" y="20749"/>
                  </a:lnTo>
                  <a:lnTo>
                    <a:pt x="18432" y="18432"/>
                  </a:lnTo>
                  <a:lnTo>
                    <a:pt x="20750" y="14998"/>
                  </a:lnTo>
                  <a:lnTo>
                    <a:pt x="21600" y="10800"/>
                  </a:lnTo>
                  <a:lnTo>
                    <a:pt x="20750" y="6581"/>
                  </a:lnTo>
                  <a:lnTo>
                    <a:pt x="18432" y="3150"/>
                  </a:lnTo>
                  <a:lnTo>
                    <a:pt x="14990" y="844"/>
                  </a:lnTo>
                  <a:lnTo>
                    <a:pt x="10771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28" name="object 166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840" y="6581"/>
                  </a:lnTo>
                  <a:lnTo>
                    <a:pt x="3139" y="3150"/>
                  </a:lnTo>
                  <a:lnTo>
                    <a:pt x="6561" y="844"/>
                  </a:lnTo>
                  <a:lnTo>
                    <a:pt x="10771" y="0"/>
                  </a:lnTo>
                  <a:lnTo>
                    <a:pt x="14990" y="844"/>
                  </a:lnTo>
                  <a:lnTo>
                    <a:pt x="18432" y="3150"/>
                  </a:lnTo>
                  <a:lnTo>
                    <a:pt x="20750" y="6581"/>
                  </a:lnTo>
                  <a:lnTo>
                    <a:pt x="21600" y="10800"/>
                  </a:lnTo>
                  <a:lnTo>
                    <a:pt x="20750" y="14998"/>
                  </a:lnTo>
                  <a:lnTo>
                    <a:pt x="18432" y="18432"/>
                  </a:lnTo>
                  <a:lnTo>
                    <a:pt x="14990" y="20749"/>
                  </a:lnTo>
                  <a:lnTo>
                    <a:pt x="10771" y="21600"/>
                  </a:lnTo>
                  <a:lnTo>
                    <a:pt x="6561" y="20749"/>
                  </a:lnTo>
                  <a:lnTo>
                    <a:pt x="3139" y="18432"/>
                  </a:lnTo>
                  <a:lnTo>
                    <a:pt x="840" y="14998"/>
                  </a:lnTo>
                  <a:lnTo>
                    <a:pt x="0" y="10800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632" name="object 167"/>
          <p:cNvGrpSpPr/>
          <p:nvPr/>
        </p:nvGrpSpPr>
        <p:grpSpPr>
          <a:xfrm>
            <a:off x="8329676" y="1786001"/>
            <a:ext cx="47627" cy="57152"/>
            <a:chOff x="0" y="0"/>
            <a:chExt cx="47626" cy="57150"/>
          </a:xfrm>
        </p:grpSpPr>
        <p:sp>
          <p:nvSpPr>
            <p:cNvPr id="630" name="object 168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71" y="0"/>
                  </a:moveTo>
                  <a:lnTo>
                    <a:pt x="6561" y="844"/>
                  </a:lnTo>
                  <a:lnTo>
                    <a:pt x="3139" y="3150"/>
                  </a:lnTo>
                  <a:lnTo>
                    <a:pt x="840" y="6581"/>
                  </a:lnTo>
                  <a:lnTo>
                    <a:pt x="0" y="10800"/>
                  </a:lnTo>
                  <a:lnTo>
                    <a:pt x="840" y="14998"/>
                  </a:lnTo>
                  <a:lnTo>
                    <a:pt x="3139" y="18432"/>
                  </a:lnTo>
                  <a:lnTo>
                    <a:pt x="6561" y="20749"/>
                  </a:lnTo>
                  <a:lnTo>
                    <a:pt x="10771" y="21600"/>
                  </a:lnTo>
                  <a:lnTo>
                    <a:pt x="14990" y="20749"/>
                  </a:lnTo>
                  <a:lnTo>
                    <a:pt x="18432" y="18432"/>
                  </a:lnTo>
                  <a:lnTo>
                    <a:pt x="20750" y="14998"/>
                  </a:lnTo>
                  <a:lnTo>
                    <a:pt x="21600" y="10800"/>
                  </a:lnTo>
                  <a:lnTo>
                    <a:pt x="20750" y="6581"/>
                  </a:lnTo>
                  <a:lnTo>
                    <a:pt x="18432" y="3150"/>
                  </a:lnTo>
                  <a:lnTo>
                    <a:pt x="14990" y="844"/>
                  </a:lnTo>
                  <a:lnTo>
                    <a:pt x="10771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31" name="object 169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840" y="6581"/>
                  </a:lnTo>
                  <a:lnTo>
                    <a:pt x="3139" y="3150"/>
                  </a:lnTo>
                  <a:lnTo>
                    <a:pt x="6561" y="844"/>
                  </a:lnTo>
                  <a:lnTo>
                    <a:pt x="10771" y="0"/>
                  </a:lnTo>
                  <a:lnTo>
                    <a:pt x="14990" y="844"/>
                  </a:lnTo>
                  <a:lnTo>
                    <a:pt x="18432" y="3150"/>
                  </a:lnTo>
                  <a:lnTo>
                    <a:pt x="20750" y="6581"/>
                  </a:lnTo>
                  <a:lnTo>
                    <a:pt x="21600" y="10800"/>
                  </a:lnTo>
                  <a:lnTo>
                    <a:pt x="20750" y="14998"/>
                  </a:lnTo>
                  <a:lnTo>
                    <a:pt x="18432" y="18432"/>
                  </a:lnTo>
                  <a:lnTo>
                    <a:pt x="14990" y="20749"/>
                  </a:lnTo>
                  <a:lnTo>
                    <a:pt x="10771" y="21600"/>
                  </a:lnTo>
                  <a:lnTo>
                    <a:pt x="6561" y="20749"/>
                  </a:lnTo>
                  <a:lnTo>
                    <a:pt x="3139" y="18432"/>
                  </a:lnTo>
                  <a:lnTo>
                    <a:pt x="840" y="14998"/>
                  </a:lnTo>
                  <a:lnTo>
                    <a:pt x="0" y="10800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grpSp>
        <p:nvGrpSpPr>
          <p:cNvPr id="635" name="object 170"/>
          <p:cNvGrpSpPr/>
          <p:nvPr/>
        </p:nvGrpSpPr>
        <p:grpSpPr>
          <a:xfrm>
            <a:off x="8329676" y="4805362"/>
            <a:ext cx="47627" cy="57152"/>
            <a:chOff x="0" y="0"/>
            <a:chExt cx="47626" cy="57150"/>
          </a:xfrm>
        </p:grpSpPr>
        <p:sp>
          <p:nvSpPr>
            <p:cNvPr id="633" name="object 171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71" y="0"/>
                  </a:moveTo>
                  <a:lnTo>
                    <a:pt x="6561" y="848"/>
                  </a:lnTo>
                  <a:lnTo>
                    <a:pt x="3139" y="3162"/>
                  </a:lnTo>
                  <a:lnTo>
                    <a:pt x="840" y="6595"/>
                  </a:lnTo>
                  <a:lnTo>
                    <a:pt x="0" y="10800"/>
                  </a:lnTo>
                  <a:lnTo>
                    <a:pt x="840" y="15004"/>
                  </a:lnTo>
                  <a:lnTo>
                    <a:pt x="3139" y="18437"/>
                  </a:lnTo>
                  <a:lnTo>
                    <a:pt x="6561" y="20751"/>
                  </a:lnTo>
                  <a:lnTo>
                    <a:pt x="10771" y="21600"/>
                  </a:lnTo>
                  <a:lnTo>
                    <a:pt x="14990" y="20751"/>
                  </a:lnTo>
                  <a:lnTo>
                    <a:pt x="18432" y="18437"/>
                  </a:lnTo>
                  <a:lnTo>
                    <a:pt x="20750" y="15004"/>
                  </a:lnTo>
                  <a:lnTo>
                    <a:pt x="21600" y="10800"/>
                  </a:lnTo>
                  <a:lnTo>
                    <a:pt x="20750" y="6595"/>
                  </a:lnTo>
                  <a:lnTo>
                    <a:pt x="18432" y="3162"/>
                  </a:lnTo>
                  <a:lnTo>
                    <a:pt x="14990" y="848"/>
                  </a:lnTo>
                  <a:lnTo>
                    <a:pt x="10771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34" name="object 172"/>
            <p:cNvSpPr/>
            <p:nvPr/>
          </p:nvSpPr>
          <p:spPr>
            <a:xfrm>
              <a:off x="0" y="-1"/>
              <a:ext cx="47627" cy="57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840" y="6595"/>
                  </a:lnTo>
                  <a:lnTo>
                    <a:pt x="3139" y="3162"/>
                  </a:lnTo>
                  <a:lnTo>
                    <a:pt x="6561" y="848"/>
                  </a:lnTo>
                  <a:lnTo>
                    <a:pt x="10771" y="0"/>
                  </a:lnTo>
                  <a:lnTo>
                    <a:pt x="14990" y="848"/>
                  </a:lnTo>
                  <a:lnTo>
                    <a:pt x="18432" y="3162"/>
                  </a:lnTo>
                  <a:lnTo>
                    <a:pt x="20750" y="6595"/>
                  </a:lnTo>
                  <a:lnTo>
                    <a:pt x="21600" y="10800"/>
                  </a:lnTo>
                  <a:lnTo>
                    <a:pt x="20750" y="15004"/>
                  </a:lnTo>
                  <a:lnTo>
                    <a:pt x="18432" y="18437"/>
                  </a:lnTo>
                  <a:lnTo>
                    <a:pt x="14990" y="20751"/>
                  </a:lnTo>
                  <a:lnTo>
                    <a:pt x="10771" y="21600"/>
                  </a:lnTo>
                  <a:lnTo>
                    <a:pt x="6561" y="20751"/>
                  </a:lnTo>
                  <a:lnTo>
                    <a:pt x="3139" y="18437"/>
                  </a:lnTo>
                  <a:lnTo>
                    <a:pt x="840" y="15004"/>
                  </a:lnTo>
                  <a:lnTo>
                    <a:pt x="0" y="10800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636" name="object 173" descr="object 173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818626" y="274699"/>
            <a:ext cx="69852" cy="69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39" name="object 174"/>
          <p:cNvGrpSpPr/>
          <p:nvPr/>
        </p:nvGrpSpPr>
        <p:grpSpPr>
          <a:xfrm>
            <a:off x="8824976" y="785876"/>
            <a:ext cx="57152" cy="47627"/>
            <a:chOff x="0" y="0"/>
            <a:chExt cx="57150" cy="47626"/>
          </a:xfrm>
        </p:grpSpPr>
        <p:sp>
          <p:nvSpPr>
            <p:cNvPr id="637" name="object 175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6581" y="840"/>
                  </a:lnTo>
                  <a:lnTo>
                    <a:pt x="3150" y="3139"/>
                  </a:lnTo>
                  <a:lnTo>
                    <a:pt x="844" y="6561"/>
                  </a:lnTo>
                  <a:lnTo>
                    <a:pt x="0" y="10771"/>
                  </a:lnTo>
                  <a:lnTo>
                    <a:pt x="844" y="14990"/>
                  </a:lnTo>
                  <a:lnTo>
                    <a:pt x="3150" y="18432"/>
                  </a:lnTo>
                  <a:lnTo>
                    <a:pt x="6581" y="20750"/>
                  </a:lnTo>
                  <a:lnTo>
                    <a:pt x="10800" y="21600"/>
                  </a:lnTo>
                  <a:lnTo>
                    <a:pt x="14998" y="20750"/>
                  </a:lnTo>
                  <a:lnTo>
                    <a:pt x="18432" y="18432"/>
                  </a:lnTo>
                  <a:lnTo>
                    <a:pt x="20749" y="14990"/>
                  </a:lnTo>
                  <a:lnTo>
                    <a:pt x="21600" y="10771"/>
                  </a:lnTo>
                  <a:lnTo>
                    <a:pt x="20749" y="6561"/>
                  </a:lnTo>
                  <a:lnTo>
                    <a:pt x="18432" y="3139"/>
                  </a:lnTo>
                  <a:lnTo>
                    <a:pt x="14998" y="8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38" name="object 176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71"/>
                  </a:moveTo>
                  <a:lnTo>
                    <a:pt x="844" y="6561"/>
                  </a:lnTo>
                  <a:lnTo>
                    <a:pt x="3150" y="3139"/>
                  </a:lnTo>
                  <a:lnTo>
                    <a:pt x="6581" y="840"/>
                  </a:lnTo>
                  <a:lnTo>
                    <a:pt x="10800" y="0"/>
                  </a:lnTo>
                  <a:lnTo>
                    <a:pt x="14998" y="840"/>
                  </a:lnTo>
                  <a:lnTo>
                    <a:pt x="18432" y="3139"/>
                  </a:lnTo>
                  <a:lnTo>
                    <a:pt x="20749" y="6561"/>
                  </a:lnTo>
                  <a:lnTo>
                    <a:pt x="21600" y="10771"/>
                  </a:lnTo>
                  <a:lnTo>
                    <a:pt x="20749" y="14990"/>
                  </a:lnTo>
                  <a:lnTo>
                    <a:pt x="18432" y="18432"/>
                  </a:lnTo>
                  <a:lnTo>
                    <a:pt x="14998" y="20750"/>
                  </a:lnTo>
                  <a:lnTo>
                    <a:pt x="10800" y="21600"/>
                  </a:lnTo>
                  <a:lnTo>
                    <a:pt x="6581" y="20750"/>
                  </a:lnTo>
                  <a:lnTo>
                    <a:pt x="3150" y="18432"/>
                  </a:lnTo>
                  <a:lnTo>
                    <a:pt x="844" y="14990"/>
                  </a:lnTo>
                  <a:lnTo>
                    <a:pt x="0" y="10771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640" name="object 177" descr="object 177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818626" y="1274824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641" name="object 178" descr="object 178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818626" y="1779651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642" name="object 179" descr="object 179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818626" y="2284476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643" name="object 180" descr="object 180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818626" y="2789301"/>
            <a:ext cx="69852" cy="69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46" name="object 181"/>
          <p:cNvGrpSpPr/>
          <p:nvPr/>
        </p:nvGrpSpPr>
        <p:grpSpPr>
          <a:xfrm>
            <a:off x="8824976" y="3300476"/>
            <a:ext cx="57152" cy="47627"/>
            <a:chOff x="0" y="0"/>
            <a:chExt cx="57150" cy="47626"/>
          </a:xfrm>
        </p:grpSpPr>
        <p:sp>
          <p:nvSpPr>
            <p:cNvPr id="644" name="object 182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800" y="0"/>
                  </a:moveTo>
                  <a:lnTo>
                    <a:pt x="6581" y="840"/>
                  </a:lnTo>
                  <a:lnTo>
                    <a:pt x="3150" y="3139"/>
                  </a:lnTo>
                  <a:lnTo>
                    <a:pt x="844" y="6561"/>
                  </a:lnTo>
                  <a:lnTo>
                    <a:pt x="0" y="10771"/>
                  </a:lnTo>
                  <a:lnTo>
                    <a:pt x="844" y="14990"/>
                  </a:lnTo>
                  <a:lnTo>
                    <a:pt x="3150" y="18432"/>
                  </a:lnTo>
                  <a:lnTo>
                    <a:pt x="6581" y="20750"/>
                  </a:lnTo>
                  <a:lnTo>
                    <a:pt x="10800" y="21600"/>
                  </a:lnTo>
                  <a:lnTo>
                    <a:pt x="14998" y="20750"/>
                  </a:lnTo>
                  <a:lnTo>
                    <a:pt x="18432" y="18432"/>
                  </a:lnTo>
                  <a:lnTo>
                    <a:pt x="20749" y="14990"/>
                  </a:lnTo>
                  <a:lnTo>
                    <a:pt x="21600" y="10771"/>
                  </a:lnTo>
                  <a:lnTo>
                    <a:pt x="20749" y="6561"/>
                  </a:lnTo>
                  <a:lnTo>
                    <a:pt x="18432" y="3139"/>
                  </a:lnTo>
                  <a:lnTo>
                    <a:pt x="14998" y="8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45" name="object 183"/>
            <p:cNvSpPr/>
            <p:nvPr/>
          </p:nvSpPr>
          <p:spPr>
            <a:xfrm>
              <a:off x="-1" y="0"/>
              <a:ext cx="57152" cy="476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71"/>
                  </a:moveTo>
                  <a:lnTo>
                    <a:pt x="844" y="6561"/>
                  </a:lnTo>
                  <a:lnTo>
                    <a:pt x="3150" y="3139"/>
                  </a:lnTo>
                  <a:lnTo>
                    <a:pt x="6581" y="840"/>
                  </a:lnTo>
                  <a:lnTo>
                    <a:pt x="10800" y="0"/>
                  </a:lnTo>
                  <a:lnTo>
                    <a:pt x="14998" y="840"/>
                  </a:lnTo>
                  <a:lnTo>
                    <a:pt x="18432" y="3139"/>
                  </a:lnTo>
                  <a:lnTo>
                    <a:pt x="20749" y="6561"/>
                  </a:lnTo>
                  <a:lnTo>
                    <a:pt x="21600" y="10771"/>
                  </a:lnTo>
                  <a:lnTo>
                    <a:pt x="20749" y="14990"/>
                  </a:lnTo>
                  <a:lnTo>
                    <a:pt x="18432" y="18432"/>
                  </a:lnTo>
                  <a:lnTo>
                    <a:pt x="14998" y="20750"/>
                  </a:lnTo>
                  <a:lnTo>
                    <a:pt x="10800" y="21600"/>
                  </a:lnTo>
                  <a:lnTo>
                    <a:pt x="6581" y="20750"/>
                  </a:lnTo>
                  <a:lnTo>
                    <a:pt x="3150" y="18432"/>
                  </a:lnTo>
                  <a:lnTo>
                    <a:pt x="844" y="14990"/>
                  </a:lnTo>
                  <a:lnTo>
                    <a:pt x="0" y="10771"/>
                  </a:lnTo>
                  <a:close/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pic>
        <p:nvPicPr>
          <p:cNvPr id="647" name="object 184" descr="object 18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818626" y="3789426"/>
            <a:ext cx="69852" cy="69852"/>
          </a:xfrm>
          <a:prstGeom prst="rect">
            <a:avLst/>
          </a:prstGeom>
          <a:ln w="12700">
            <a:miter lim="400000"/>
          </a:ln>
        </p:spPr>
      </p:pic>
      <p:pic>
        <p:nvPicPr>
          <p:cNvPr id="648" name="object 185" descr="object 185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818626" y="4294187"/>
            <a:ext cx="69852" cy="6985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655" name="object 186"/>
          <p:cNvGrpSpPr/>
          <p:nvPr/>
        </p:nvGrpSpPr>
        <p:grpSpPr>
          <a:xfrm>
            <a:off x="361950" y="1971611"/>
            <a:ext cx="8526528" cy="2897254"/>
            <a:chOff x="0" y="0"/>
            <a:chExt cx="8526527" cy="2897253"/>
          </a:xfrm>
        </p:grpSpPr>
        <p:pic>
          <p:nvPicPr>
            <p:cNvPr id="649" name="object 187" descr="object 187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8456676" y="2827402"/>
              <a:ext cx="69852" cy="698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50" name="object 188" descr="object 188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-1" y="0"/>
              <a:ext cx="4072004" cy="28432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51" name="object 189"/>
            <p:cNvSpPr/>
            <p:nvPr/>
          </p:nvSpPr>
          <p:spPr>
            <a:xfrm>
              <a:off x="147636" y="157289"/>
              <a:ext cx="3838577" cy="2543114"/>
            </a:xfrm>
            <a:prstGeom prst="rect">
              <a:avLst/>
            </a:pr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52" name="object 190"/>
            <p:cNvSpPr/>
            <p:nvPr/>
          </p:nvSpPr>
          <p:spPr>
            <a:xfrm>
              <a:off x="147636" y="90550"/>
              <a:ext cx="3838577" cy="2609854"/>
            </a:xfrm>
            <a:prstGeom prst="rect">
              <a:avLst/>
            </a:pr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53" name="object 191"/>
            <p:cNvSpPr/>
            <p:nvPr/>
          </p:nvSpPr>
          <p:spPr>
            <a:xfrm>
              <a:off x="147636" y="90613"/>
              <a:ext cx="3838577" cy="66677"/>
            </a:xfrm>
            <a:prstGeom prst="rect">
              <a:avLst/>
            </a:prstGeom>
            <a:solidFill>
              <a:srgbClr val="E9A846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54" name="object 192"/>
            <p:cNvSpPr/>
            <p:nvPr/>
          </p:nvSpPr>
          <p:spPr>
            <a:xfrm>
              <a:off x="147636" y="90613"/>
              <a:ext cx="3838577" cy="66677"/>
            </a:xfrm>
            <a:prstGeom prst="rect">
              <a:avLst/>
            </a:prstGeom>
            <a:noFill/>
            <a:ln w="12700" cap="flat">
              <a:solidFill>
                <a:srgbClr val="E9A84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656" name="object 193"/>
          <p:cNvSpPr txBox="1"/>
          <p:nvPr/>
        </p:nvSpPr>
        <p:spPr>
          <a:xfrm>
            <a:off x="490855" y="324802"/>
            <a:ext cx="19685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100"/>
              </a:spcBef>
              <a:defRPr b="1" spc="-25" sz="1200">
                <a:solidFill>
                  <a:srgbClr val="E9A84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08</a:t>
            </a:r>
          </a:p>
        </p:txBody>
      </p:sp>
      <p:sp>
        <p:nvSpPr>
          <p:cNvPr id="657" name="object 194"/>
          <p:cNvSpPr txBox="1"/>
          <p:nvPr>
            <p:ph type="title"/>
          </p:nvPr>
        </p:nvSpPr>
        <p:spPr>
          <a:xfrm>
            <a:off x="490855" y="689227"/>
            <a:ext cx="4370705" cy="701677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z="4400">
                <a:solidFill>
                  <a:srgbClr val="FFFFFF"/>
                </a:solidFill>
              </a:defRPr>
            </a:pPr>
            <a:r>
              <a:t>The</a:t>
            </a:r>
            <a:r>
              <a:rPr spc="-100"/>
              <a:t> </a:t>
            </a:r>
            <a:r>
              <a:t>Coolest</a:t>
            </a:r>
            <a:r>
              <a:rPr spc="-100"/>
              <a:t> Path</a:t>
            </a:r>
          </a:p>
        </p:txBody>
      </p:sp>
      <p:sp>
        <p:nvSpPr>
          <p:cNvPr id="658" name="object 195"/>
          <p:cNvSpPr txBox="1"/>
          <p:nvPr/>
        </p:nvSpPr>
        <p:spPr>
          <a:xfrm>
            <a:off x="490855" y="1558226"/>
            <a:ext cx="4459605" cy="2190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i="1" sz="1700">
                <a:solidFill>
                  <a:srgbClr val="74C59D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</a:t>
            </a:r>
            <a:r>
              <a:rPr spc="-45"/>
              <a:t> </a:t>
            </a:r>
            <a:r>
              <a:t>smarter</a:t>
            </a:r>
            <a:r>
              <a:rPr spc="-10"/>
              <a:t> </a:t>
            </a:r>
            <a:r>
              <a:t>way</a:t>
            </a:r>
            <a:r>
              <a:rPr spc="-40"/>
              <a:t> </a:t>
            </a:r>
            <a:r>
              <a:t>to</a:t>
            </a:r>
            <a:r>
              <a:rPr spc="-10"/>
              <a:t> </a:t>
            </a:r>
            <a:r>
              <a:t>get around</a:t>
            </a:r>
            <a:r>
              <a:rPr spc="-5"/>
              <a:t> </a:t>
            </a:r>
            <a:r>
              <a:t>on</a:t>
            </a:r>
            <a:r>
              <a:rPr spc="-85"/>
              <a:t> </a:t>
            </a:r>
            <a:r>
              <a:t>hot or</a:t>
            </a:r>
            <a:r>
              <a:rPr spc="-10"/>
              <a:t> </a:t>
            </a:r>
            <a:r>
              <a:t>smoky</a:t>
            </a:r>
            <a:r>
              <a:rPr spc="-45"/>
              <a:t> </a:t>
            </a:r>
            <a:r>
              <a:rPr spc="-20"/>
              <a:t>days</a:t>
            </a:r>
          </a:p>
        </p:txBody>
      </p:sp>
      <p:sp>
        <p:nvSpPr>
          <p:cNvPr id="659" name="object 196"/>
          <p:cNvSpPr txBox="1"/>
          <p:nvPr>
            <p:ph type="body" sz="quarter" idx="1"/>
          </p:nvPr>
        </p:nvSpPr>
        <p:spPr>
          <a:xfrm>
            <a:off x="490536" y="2269170"/>
            <a:ext cx="3825878" cy="2058037"/>
          </a:xfrm>
          <a:prstGeom prst="rect">
            <a:avLst/>
          </a:prstGeom>
        </p:spPr>
        <p:txBody>
          <a:bodyPr/>
          <a:lstStyle/>
          <a:p>
            <a:pPr indent="168478" defTabSz="905255">
              <a:defRPr sz="1300"/>
            </a:pPr>
            <a:r>
              <a:t>How</a:t>
            </a:r>
            <a:r>
              <a:rPr spc="-100"/>
              <a:t> </a:t>
            </a:r>
            <a:r>
              <a:t>it</a:t>
            </a:r>
            <a:r>
              <a:rPr spc="-100"/>
              <a:t> works</a:t>
            </a:r>
            <a:endParaRPr spc="-99"/>
          </a:p>
          <a:p>
            <a:pPr defTabSz="905255">
              <a:spcBef>
                <a:spcPts val="600"/>
              </a:spcBef>
              <a:defRPr spc="-99" sz="1300"/>
            </a:pPr>
          </a:p>
          <a:p>
            <a:pPr marR="313067" indent="259631" defTabSz="905255">
              <a:lnSpc>
                <a:spcPct val="101298"/>
              </a:lnSpc>
              <a:defRPr b="0" spc="-100" sz="1300">
                <a:solidFill>
                  <a:srgbClr val="D1F9E4"/>
                </a:solidFill>
              </a:defRPr>
            </a:pPr>
            <a:r>
              <a:t>You </a:t>
            </a:r>
            <a:r>
              <a:rPr spc="0"/>
              <a:t>put</a:t>
            </a:r>
            <a:r>
              <a:t> </a:t>
            </a:r>
            <a:r>
              <a:rPr spc="0"/>
              <a:t>in</a:t>
            </a:r>
            <a:r>
              <a:t> </a:t>
            </a:r>
            <a:r>
              <a:rPr spc="0"/>
              <a:t>where</a:t>
            </a:r>
            <a:r>
              <a:t> </a:t>
            </a:r>
            <a:r>
              <a:rPr spc="0"/>
              <a:t>you</a:t>
            </a:r>
            <a:r>
              <a:t> </a:t>
            </a:r>
            <a:r>
              <a:rPr spc="0"/>
              <a:t>want</a:t>
            </a:r>
            <a:r>
              <a:t> </a:t>
            </a:r>
            <a:r>
              <a:rPr spc="0"/>
              <a:t>to</a:t>
            </a:r>
            <a:r>
              <a:t> </a:t>
            </a:r>
            <a:r>
              <a:rPr spc="0"/>
              <a:t>go.</a:t>
            </a:r>
            <a:r>
              <a:t> </a:t>
            </a:r>
            <a:r>
              <a:rPr spc="0"/>
              <a:t>The</a:t>
            </a:r>
            <a:r>
              <a:t> system </a:t>
            </a:r>
            <a:r>
              <a:rPr spc="0"/>
              <a:t>looks</a:t>
            </a:r>
            <a:r>
              <a:t> </a:t>
            </a:r>
            <a:r>
              <a:rPr spc="0"/>
              <a:t>at</a:t>
            </a:r>
            <a:r>
              <a:t> </a:t>
            </a:r>
            <a:r>
              <a:rPr spc="0"/>
              <a:t>all</a:t>
            </a:r>
            <a:r>
              <a:t> </a:t>
            </a:r>
            <a:r>
              <a:rPr spc="0"/>
              <a:t>the</a:t>
            </a:r>
            <a:r>
              <a:t> </a:t>
            </a:r>
            <a:r>
              <a:rPr spc="0"/>
              <a:t>sensor</a:t>
            </a:r>
            <a:r>
              <a:t> </a:t>
            </a:r>
            <a:r>
              <a:rPr spc="0"/>
              <a:t>data</a:t>
            </a:r>
            <a:r>
              <a:t> </a:t>
            </a:r>
            <a:r>
              <a:rPr spc="0"/>
              <a:t>along</a:t>
            </a:r>
            <a:r>
              <a:t> possible </a:t>
            </a:r>
            <a:r>
              <a:rPr spc="0"/>
              <a:t>routes and</a:t>
            </a:r>
            <a:r>
              <a:t> picks </a:t>
            </a:r>
            <a:r>
              <a:rPr spc="0"/>
              <a:t>the</a:t>
            </a:r>
            <a:r>
              <a:t> </a:t>
            </a:r>
            <a:r>
              <a:rPr spc="0"/>
              <a:t>path</a:t>
            </a:r>
            <a:r>
              <a:t> </a:t>
            </a:r>
            <a:r>
              <a:rPr spc="0"/>
              <a:t>that is</a:t>
            </a:r>
            <a:r>
              <a:t> </a:t>
            </a:r>
            <a:r>
              <a:rPr spc="0"/>
              <a:t>coolest</a:t>
            </a:r>
            <a:r>
              <a:t> and </a:t>
            </a:r>
            <a:r>
              <a:rPr spc="0"/>
              <a:t>has</a:t>
            </a:r>
            <a:r>
              <a:t> </a:t>
            </a:r>
            <a:r>
              <a:rPr spc="0"/>
              <a:t>the</a:t>
            </a:r>
            <a:r>
              <a:t> cleanest air.</a:t>
            </a:r>
            <a:endParaRPr spc="-99"/>
          </a:p>
          <a:p>
            <a:pPr marR="508576" indent="259631" defTabSz="905255">
              <a:lnSpc>
                <a:spcPct val="102800"/>
              </a:lnSpc>
              <a:spcBef>
                <a:spcPts val="1400"/>
              </a:spcBef>
              <a:defRPr b="0" spc="-100" sz="1300">
                <a:solidFill>
                  <a:srgbClr val="D1F9E4"/>
                </a:solidFill>
              </a:defRPr>
            </a:pPr>
            <a:r>
              <a:t>Instead </a:t>
            </a:r>
            <a:r>
              <a:rPr spc="0"/>
              <a:t>of</a:t>
            </a:r>
            <a:r>
              <a:t> </a:t>
            </a:r>
            <a:r>
              <a:rPr spc="0"/>
              <a:t>just</a:t>
            </a:r>
            <a:r>
              <a:t> </a:t>
            </a:r>
            <a:r>
              <a:rPr spc="0"/>
              <a:t>the</a:t>
            </a:r>
            <a:r>
              <a:t> fastest way, </a:t>
            </a:r>
            <a:r>
              <a:rPr spc="0"/>
              <a:t>you</a:t>
            </a:r>
            <a:r>
              <a:t> </a:t>
            </a:r>
            <a:r>
              <a:rPr spc="0"/>
              <a:t>get</a:t>
            </a:r>
            <a:r>
              <a:t> the safest way.</a:t>
            </a:r>
          </a:p>
        </p:txBody>
      </p:sp>
      <p:grpSp>
        <p:nvGrpSpPr>
          <p:cNvPr id="670" name="object 197"/>
          <p:cNvGrpSpPr/>
          <p:nvPr/>
        </p:nvGrpSpPr>
        <p:grpSpPr>
          <a:xfrm>
            <a:off x="4657724" y="1971611"/>
            <a:ext cx="4072004" cy="2843279"/>
            <a:chOff x="0" y="0"/>
            <a:chExt cx="4072002" cy="2843277"/>
          </a:xfrm>
        </p:grpSpPr>
        <p:pic>
          <p:nvPicPr>
            <p:cNvPr id="660" name="object 198" descr="object 198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-1" y="0"/>
              <a:ext cx="4072004" cy="284327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61" name="object 199"/>
            <p:cNvSpPr/>
            <p:nvPr/>
          </p:nvSpPr>
          <p:spPr>
            <a:xfrm>
              <a:off x="147700" y="157289"/>
              <a:ext cx="3838578" cy="2543114"/>
            </a:xfrm>
            <a:prstGeom prst="rect">
              <a:avLst/>
            </a:pr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62" name="object 200"/>
            <p:cNvSpPr/>
            <p:nvPr/>
          </p:nvSpPr>
          <p:spPr>
            <a:xfrm>
              <a:off x="147700" y="90550"/>
              <a:ext cx="3838578" cy="2609854"/>
            </a:xfrm>
            <a:prstGeom prst="rect">
              <a:avLst/>
            </a:pr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63" name="object 201"/>
            <p:cNvSpPr/>
            <p:nvPr/>
          </p:nvSpPr>
          <p:spPr>
            <a:xfrm>
              <a:off x="147700" y="90614"/>
              <a:ext cx="3838578" cy="66677"/>
            </a:xfrm>
            <a:prstGeom prst="rect">
              <a:avLst/>
            </a:prstGeom>
            <a:solidFill>
              <a:srgbClr val="74C59D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64" name="object 202"/>
            <p:cNvSpPr/>
            <p:nvPr/>
          </p:nvSpPr>
          <p:spPr>
            <a:xfrm>
              <a:off x="147700" y="90614"/>
              <a:ext cx="3838578" cy="66677"/>
            </a:xfrm>
            <a:prstGeom prst="rect">
              <a:avLst/>
            </a:prstGeom>
            <a:noFill/>
            <a:ln w="12700" cap="flat">
              <a:solidFill>
                <a:srgbClr val="74C59D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pic>
          <p:nvPicPr>
            <p:cNvPr id="665" name="object 203" descr="object 203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322324" y="712914"/>
              <a:ext cx="107952" cy="10795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66" name="object 204" descr="object 204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322324" y="1103439"/>
              <a:ext cx="107952" cy="984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67" name="object 205" descr="object 205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322324" y="1484439"/>
              <a:ext cx="107952" cy="984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68" name="object 206" descr="object 206"/>
            <p:cNvPicPr>
              <a:picLocks noChangeAspect="1"/>
            </p:cNvPicPr>
            <p:nvPr/>
          </p:nvPicPr>
          <p:blipFill>
            <a:blip r:embed="rId9">
              <a:extLst/>
            </a:blip>
            <a:stretch>
              <a:fillRect/>
            </a:stretch>
          </p:blipFill>
          <p:spPr>
            <a:xfrm>
              <a:off x="322324" y="1865439"/>
              <a:ext cx="107952" cy="10788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69" name="object 207" descr="object 207"/>
            <p:cNvPicPr>
              <a:picLocks noChangeAspect="1"/>
            </p:cNvPicPr>
            <p:nvPr/>
          </p:nvPicPr>
          <p:blipFill>
            <a:blip r:embed="rId10">
              <a:extLst/>
            </a:blip>
            <a:stretch>
              <a:fillRect/>
            </a:stretch>
          </p:blipFill>
          <p:spPr>
            <a:xfrm>
              <a:off x="322324" y="2255901"/>
              <a:ext cx="107952" cy="9842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71" name="object 208"/>
          <p:cNvSpPr txBox="1"/>
          <p:nvPr/>
        </p:nvSpPr>
        <p:spPr>
          <a:xfrm>
            <a:off x="4805362" y="1838810"/>
            <a:ext cx="3825877" cy="25252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1159510" indent="377825">
              <a:lnSpc>
                <a:spcPct val="180400"/>
              </a:lnSpc>
              <a:spcBef>
                <a:spcPts val="200"/>
              </a:spcBef>
              <a:defRPr spc="-10" sz="1400">
                <a:solidFill>
                  <a:srgbClr val="D1F9E4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R="1159510" indent="377825">
              <a:lnSpc>
                <a:spcPct val="180400"/>
              </a:lnSpc>
              <a:spcBef>
                <a:spcPts val="200"/>
              </a:spcBef>
              <a:defRPr spc="-10" sz="1400">
                <a:solidFill>
                  <a:srgbClr val="D1F9E4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  <a:p>
            <a:pPr marR="1159510" indent="377825">
              <a:lnSpc>
                <a:spcPct val="180400"/>
              </a:lnSpc>
              <a:spcBef>
                <a:spcPts val="200"/>
              </a:spcBef>
              <a:defRPr spc="-10" sz="1400">
                <a:solidFill>
                  <a:srgbClr val="D1F9E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Elders</a:t>
            </a:r>
            <a:r>
              <a:rPr spc="-40"/>
              <a:t> </a:t>
            </a:r>
            <a:r>
              <a:rPr spc="0"/>
              <a:t>walking to</a:t>
            </a:r>
            <a:r>
              <a:rPr spc="-15"/>
              <a:t> </a:t>
            </a:r>
            <a:r>
              <a:t>appointments </a:t>
            </a:r>
            <a:r>
              <a:rPr spc="0"/>
              <a:t>Kids</a:t>
            </a:r>
            <a:r>
              <a:rPr spc="-50"/>
              <a:t> </a:t>
            </a:r>
            <a:r>
              <a:rPr spc="0"/>
              <a:t>walking</a:t>
            </a:r>
            <a:r>
              <a:t> </a:t>
            </a:r>
            <a:r>
              <a:rPr spc="0"/>
              <a:t>to</a:t>
            </a:r>
            <a:r>
              <a:rPr spc="-25"/>
              <a:t> </a:t>
            </a:r>
            <a:r>
              <a:t>school</a:t>
            </a:r>
          </a:p>
          <a:p>
            <a:pPr marR="549275" indent="377825">
              <a:lnSpc>
                <a:spcPct val="180400"/>
              </a:lnSpc>
              <a:defRPr sz="1400">
                <a:solidFill>
                  <a:srgbClr val="D1F9E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Anyone</a:t>
            </a:r>
            <a:r>
              <a:rPr spc="-10"/>
              <a:t> </a:t>
            </a:r>
            <a:r>
              <a:t>with</a:t>
            </a:r>
            <a:r>
              <a:rPr spc="-45"/>
              <a:t> </a:t>
            </a:r>
            <a:r>
              <a:t>asthma</a:t>
            </a:r>
            <a:r>
              <a:rPr spc="-50"/>
              <a:t> </a:t>
            </a:r>
            <a:r>
              <a:t>or</a:t>
            </a:r>
            <a:r>
              <a:rPr spc="-25"/>
              <a:t> </a:t>
            </a:r>
            <a:r>
              <a:rPr spc="-10"/>
              <a:t>breathing</a:t>
            </a:r>
            <a:r>
              <a:rPr spc="-40"/>
              <a:t> </a:t>
            </a:r>
            <a:r>
              <a:rPr spc="-10"/>
              <a:t>issues </a:t>
            </a:r>
            <a:r>
              <a:t>Pregnant</a:t>
            </a:r>
            <a:r>
              <a:rPr spc="-80"/>
              <a:t> </a:t>
            </a:r>
            <a:r>
              <a:rPr spc="-10"/>
              <a:t>neighbors</a:t>
            </a:r>
            <a:endParaRPr spc="-10"/>
          </a:p>
          <a:p>
            <a:pPr marR="549275" indent="377825">
              <a:lnSpc>
                <a:spcPct val="180400"/>
              </a:lnSpc>
              <a:defRPr sz="1400">
                <a:solidFill>
                  <a:srgbClr val="D1F9E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Anyone</a:t>
            </a:r>
            <a:r>
              <a:rPr spc="-45"/>
              <a:t> </a:t>
            </a:r>
            <a:r>
              <a:t>out</a:t>
            </a:r>
            <a:r>
              <a:rPr spc="-20"/>
              <a:t> </a:t>
            </a:r>
            <a:r>
              <a:t>on</a:t>
            </a:r>
            <a:r>
              <a:rPr spc="-60"/>
              <a:t> </a:t>
            </a:r>
            <a:r>
              <a:t>the</a:t>
            </a:r>
            <a:r>
              <a:rPr spc="-75"/>
              <a:t> </a:t>
            </a:r>
            <a:r>
              <a:t>hottest</a:t>
            </a:r>
            <a:r>
              <a:rPr spc="-80"/>
              <a:t> </a:t>
            </a:r>
            <a:r>
              <a:t>summer</a:t>
            </a:r>
            <a:r>
              <a:rPr spc="-35"/>
              <a:t> </a:t>
            </a:r>
            <a:r>
              <a:rPr spc="-20"/>
              <a:t>days</a:t>
            </a:r>
          </a:p>
        </p:txBody>
      </p:sp>
      <p:grpSp>
        <p:nvGrpSpPr>
          <p:cNvPr id="674" name="object 209"/>
          <p:cNvGrpSpPr/>
          <p:nvPr/>
        </p:nvGrpSpPr>
        <p:grpSpPr>
          <a:xfrm>
            <a:off x="4762" y="4852987"/>
            <a:ext cx="9139239" cy="290516"/>
            <a:chOff x="0" y="0"/>
            <a:chExt cx="9139237" cy="290514"/>
          </a:xfrm>
        </p:grpSpPr>
        <p:sp>
          <p:nvSpPr>
            <p:cNvPr id="672" name="object 210"/>
            <p:cNvSpPr/>
            <p:nvPr/>
          </p:nvSpPr>
          <p:spPr>
            <a:xfrm>
              <a:off x="-1" y="0"/>
              <a:ext cx="9139239" cy="290516"/>
            </a:xfrm>
            <a:prstGeom prst="rect">
              <a:avLst/>
            </a:prstGeom>
            <a:solidFill>
              <a:srgbClr val="2C6A4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73" name="object 211"/>
            <p:cNvSpPr/>
            <p:nvPr/>
          </p:nvSpPr>
          <p:spPr>
            <a:xfrm>
              <a:off x="-1" y="0"/>
              <a:ext cx="9139239" cy="290515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12700" cap="flat">
              <a:solidFill>
                <a:srgbClr val="2C6A4F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675" name="Who it helps most"/>
          <p:cNvSpPr txBox="1"/>
          <p:nvPr/>
        </p:nvSpPr>
        <p:spPr>
          <a:xfrm>
            <a:off x="4805362" y="2231900"/>
            <a:ext cx="1605129" cy="2807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indent="176529">
              <a:spcBef>
                <a:spcPts val="100"/>
              </a:spcBef>
              <a:defRPr b="1" sz="1400">
                <a:solidFill>
                  <a:srgbClr val="74C59D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Who</a:t>
            </a:r>
            <a:r>
              <a:rPr spc="-50"/>
              <a:t> </a:t>
            </a:r>
            <a:r>
              <a:t>it</a:t>
            </a:r>
            <a:r>
              <a:rPr spc="-10"/>
              <a:t> </a:t>
            </a:r>
            <a:r>
              <a:t>helps</a:t>
            </a:r>
            <a:r>
              <a:rPr spc="-5"/>
              <a:t> </a:t>
            </a:r>
            <a:r>
              <a:rPr spc="-20"/>
              <a:t>most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object 55"/>
          <p:cNvSpPr txBox="1"/>
          <p:nvPr/>
        </p:nvSpPr>
        <p:spPr>
          <a:xfrm>
            <a:off x="353376" y="4923240"/>
            <a:ext cx="139732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10" sz="900">
                <a:solidFill>
                  <a:srgbClr val="74C59D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commonsensesproject.org</a:t>
            </a:r>
          </a:p>
        </p:txBody>
      </p:sp>
      <p:sp>
        <p:nvSpPr>
          <p:cNvPr id="678" name="object 2"/>
          <p:cNvSpPr txBox="1"/>
          <p:nvPr/>
        </p:nvSpPr>
        <p:spPr>
          <a:xfrm>
            <a:off x="4761" y="4824"/>
            <a:ext cx="638178" cy="169565"/>
          </a:xfrm>
          <a:prstGeom prst="rect">
            <a:avLst/>
          </a:prstGeom>
          <a:ln w="12700">
            <a:solidFill>
              <a:srgbClr val="1B4331"/>
            </a:solidFill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spcBef>
                <a:spcPts val="1100"/>
              </a:spcBef>
              <a:defRPr b="1" spc="-25" sz="1200">
                <a:solidFill>
                  <a:srgbClr val="E9A846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09</a:t>
            </a:r>
          </a:p>
        </p:txBody>
      </p:sp>
      <p:sp>
        <p:nvSpPr>
          <p:cNvPr id="679" name="object 3"/>
          <p:cNvSpPr txBox="1"/>
          <p:nvPr>
            <p:ph type="title"/>
          </p:nvPr>
        </p:nvSpPr>
        <p:spPr>
          <a:xfrm>
            <a:off x="811211" y="205992"/>
            <a:ext cx="6207128" cy="483872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</a:pPr>
            <a:r>
              <a:t>Get alerts</a:t>
            </a:r>
            <a:r>
              <a:rPr spc="-100"/>
              <a:t> </a:t>
            </a:r>
            <a:r>
              <a:t>before</a:t>
            </a:r>
            <a:r>
              <a:rPr spc="-100"/>
              <a:t> </a:t>
            </a:r>
            <a:r>
              <a:t>it</a:t>
            </a:r>
            <a:r>
              <a:rPr spc="-100"/>
              <a:t> </a:t>
            </a:r>
            <a:r>
              <a:t>gets</a:t>
            </a:r>
            <a:r>
              <a:rPr spc="-100"/>
              <a:t> bad</a:t>
            </a:r>
          </a:p>
        </p:txBody>
      </p:sp>
      <p:grpSp>
        <p:nvGrpSpPr>
          <p:cNvPr id="682" name="object 4"/>
          <p:cNvGrpSpPr/>
          <p:nvPr/>
        </p:nvGrpSpPr>
        <p:grpSpPr>
          <a:xfrm>
            <a:off x="4762" y="4900612"/>
            <a:ext cx="9139239" cy="242890"/>
            <a:chOff x="0" y="0"/>
            <a:chExt cx="9139237" cy="242889"/>
          </a:xfrm>
        </p:grpSpPr>
        <p:sp>
          <p:nvSpPr>
            <p:cNvPr id="680" name="object 5"/>
            <p:cNvSpPr/>
            <p:nvPr/>
          </p:nvSpPr>
          <p:spPr>
            <a:xfrm>
              <a:off x="-1" y="0"/>
              <a:ext cx="9139239" cy="242890"/>
            </a:xfrm>
            <a:prstGeom prst="rect">
              <a:avLst/>
            </a:pr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81" name="object 6"/>
            <p:cNvSpPr/>
            <p:nvPr/>
          </p:nvSpPr>
          <p:spPr>
            <a:xfrm>
              <a:off x="-1" y="-1"/>
              <a:ext cx="9139239" cy="2428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21600"/>
                  </a:lnTo>
                </a:path>
              </a:pathLst>
            </a:cu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683" name="object 7"/>
          <p:cNvSpPr txBox="1"/>
          <p:nvPr/>
        </p:nvSpPr>
        <p:spPr>
          <a:xfrm>
            <a:off x="536573" y="953706"/>
            <a:ext cx="6365244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100"/>
              </a:spcBef>
              <a:defRPr sz="14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Sign</a:t>
            </a:r>
            <a:r>
              <a:rPr spc="-25"/>
              <a:t> </a:t>
            </a:r>
            <a:r>
              <a:t>up</a:t>
            </a:r>
            <a:r>
              <a:rPr spc="-25"/>
              <a:t> </a:t>
            </a:r>
            <a:r>
              <a:rPr spc="-20"/>
              <a:t>for</a:t>
            </a:r>
            <a:r>
              <a:rPr spc="-70"/>
              <a:t> </a:t>
            </a:r>
            <a:r>
              <a:t>free</a:t>
            </a:r>
            <a:r>
              <a:rPr spc="-60"/>
              <a:t> </a:t>
            </a:r>
            <a:r>
              <a:t>alerts.</a:t>
            </a:r>
            <a:r>
              <a:rPr spc="-10"/>
              <a:t> We'll</a:t>
            </a:r>
            <a:r>
              <a:rPr spc="-50"/>
              <a:t> </a:t>
            </a:r>
            <a:r>
              <a:t>let</a:t>
            </a:r>
            <a:r>
              <a:rPr spc="-55"/>
              <a:t> </a:t>
            </a:r>
            <a:r>
              <a:t>you</a:t>
            </a:r>
            <a:r>
              <a:rPr spc="-25"/>
              <a:t> </a:t>
            </a:r>
            <a:r>
              <a:t>know</a:t>
            </a:r>
            <a:r>
              <a:rPr spc="5"/>
              <a:t> </a:t>
            </a:r>
            <a:r>
              <a:t>so</a:t>
            </a:r>
            <a:r>
              <a:rPr spc="-25"/>
              <a:t> </a:t>
            </a:r>
            <a:r>
              <a:t>you</a:t>
            </a:r>
            <a:r>
              <a:rPr spc="-25"/>
              <a:t> </a:t>
            </a:r>
            <a:r>
              <a:t>don't</a:t>
            </a:r>
            <a:r>
              <a:rPr spc="-55"/>
              <a:t> </a:t>
            </a:r>
            <a:r>
              <a:t>have</a:t>
            </a:r>
            <a:r>
              <a:rPr spc="15"/>
              <a:t> </a:t>
            </a:r>
            <a:r>
              <a:t>to</a:t>
            </a:r>
            <a:r>
              <a:rPr spc="-25"/>
              <a:t> </a:t>
            </a:r>
            <a:r>
              <a:t>check</a:t>
            </a:r>
            <a:r>
              <a:rPr spc="-75"/>
              <a:t> </a:t>
            </a:r>
            <a:r>
              <a:t>the</a:t>
            </a:r>
            <a:r>
              <a:rPr spc="-60"/>
              <a:t> </a:t>
            </a:r>
            <a:r>
              <a:t>map</a:t>
            </a:r>
            <a:r>
              <a:rPr spc="-25"/>
              <a:t> </a:t>
            </a:r>
            <a:r>
              <a:t>every</a:t>
            </a:r>
            <a:r>
              <a:rPr spc="5"/>
              <a:t> </a:t>
            </a:r>
            <a:r>
              <a:rPr spc="-20"/>
              <a:t>day.</a:t>
            </a:r>
          </a:p>
        </p:txBody>
      </p:sp>
      <p:grpSp>
        <p:nvGrpSpPr>
          <p:cNvPr id="693" name="object 8"/>
          <p:cNvGrpSpPr/>
          <p:nvPr/>
        </p:nvGrpSpPr>
        <p:grpSpPr>
          <a:xfrm>
            <a:off x="304798" y="1276284"/>
            <a:ext cx="2900430" cy="3548131"/>
            <a:chOff x="0" y="0"/>
            <a:chExt cx="2900428" cy="3548129"/>
          </a:xfrm>
        </p:grpSpPr>
        <p:pic>
          <p:nvPicPr>
            <p:cNvPr id="684" name="object 9" descr="object 9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1" y="-1"/>
              <a:ext cx="2900430" cy="354813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685" name="object 10"/>
            <p:cNvSpPr/>
            <p:nvPr/>
          </p:nvSpPr>
          <p:spPr>
            <a:xfrm>
              <a:off x="157161" y="100140"/>
              <a:ext cx="2648017" cy="32955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9737" y="0"/>
                  </a:moveTo>
                  <a:lnTo>
                    <a:pt x="1862" y="0"/>
                  </a:lnTo>
                  <a:lnTo>
                    <a:pt x="1487" y="30"/>
                  </a:lnTo>
                  <a:lnTo>
                    <a:pt x="1137" y="117"/>
                  </a:lnTo>
                  <a:lnTo>
                    <a:pt x="821" y="255"/>
                  </a:lnTo>
                  <a:lnTo>
                    <a:pt x="545" y="438"/>
                  </a:lnTo>
                  <a:lnTo>
                    <a:pt x="318" y="659"/>
                  </a:lnTo>
                  <a:lnTo>
                    <a:pt x="146" y="913"/>
                  </a:lnTo>
                  <a:lnTo>
                    <a:pt x="38" y="1194"/>
                  </a:lnTo>
                  <a:lnTo>
                    <a:pt x="0" y="1496"/>
                  </a:lnTo>
                  <a:lnTo>
                    <a:pt x="0" y="20104"/>
                  </a:lnTo>
                  <a:lnTo>
                    <a:pt x="38" y="20405"/>
                  </a:lnTo>
                  <a:lnTo>
                    <a:pt x="146" y="20686"/>
                  </a:lnTo>
                  <a:lnTo>
                    <a:pt x="318" y="20940"/>
                  </a:lnTo>
                  <a:lnTo>
                    <a:pt x="545" y="21162"/>
                  </a:lnTo>
                  <a:lnTo>
                    <a:pt x="821" y="21344"/>
                  </a:lnTo>
                  <a:lnTo>
                    <a:pt x="1137" y="21482"/>
                  </a:lnTo>
                  <a:lnTo>
                    <a:pt x="1487" y="21570"/>
                  </a:lnTo>
                  <a:lnTo>
                    <a:pt x="1862" y="21600"/>
                  </a:lnTo>
                  <a:lnTo>
                    <a:pt x="19737" y="21600"/>
                  </a:lnTo>
                  <a:lnTo>
                    <a:pt x="20113" y="21570"/>
                  </a:lnTo>
                  <a:lnTo>
                    <a:pt x="20462" y="21482"/>
                  </a:lnTo>
                  <a:lnTo>
                    <a:pt x="20779" y="21344"/>
                  </a:lnTo>
                  <a:lnTo>
                    <a:pt x="21054" y="21162"/>
                  </a:lnTo>
                  <a:lnTo>
                    <a:pt x="21282" y="20940"/>
                  </a:lnTo>
                  <a:lnTo>
                    <a:pt x="21454" y="20686"/>
                  </a:lnTo>
                  <a:lnTo>
                    <a:pt x="21562" y="20405"/>
                  </a:lnTo>
                  <a:lnTo>
                    <a:pt x="21600" y="20104"/>
                  </a:lnTo>
                  <a:lnTo>
                    <a:pt x="21600" y="1496"/>
                  </a:lnTo>
                  <a:lnTo>
                    <a:pt x="21562" y="1194"/>
                  </a:lnTo>
                  <a:lnTo>
                    <a:pt x="21454" y="913"/>
                  </a:lnTo>
                  <a:lnTo>
                    <a:pt x="21282" y="659"/>
                  </a:lnTo>
                  <a:lnTo>
                    <a:pt x="21054" y="438"/>
                  </a:lnTo>
                  <a:lnTo>
                    <a:pt x="20779" y="255"/>
                  </a:lnTo>
                  <a:lnTo>
                    <a:pt x="20462" y="117"/>
                  </a:lnTo>
                  <a:lnTo>
                    <a:pt x="20113" y="30"/>
                  </a:lnTo>
                  <a:lnTo>
                    <a:pt x="19737" y="0"/>
                  </a:lnTo>
                  <a:close/>
                </a:path>
              </a:pathLst>
            </a:custGeom>
            <a:solidFill>
              <a:srgbClr val="1F293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86" name="object 11"/>
            <p:cNvSpPr/>
            <p:nvPr/>
          </p:nvSpPr>
          <p:spPr>
            <a:xfrm>
              <a:off x="157161" y="100140"/>
              <a:ext cx="2648017" cy="32955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496"/>
                  </a:moveTo>
                  <a:lnTo>
                    <a:pt x="38" y="1194"/>
                  </a:lnTo>
                  <a:lnTo>
                    <a:pt x="146" y="913"/>
                  </a:lnTo>
                  <a:lnTo>
                    <a:pt x="318" y="659"/>
                  </a:lnTo>
                  <a:lnTo>
                    <a:pt x="545" y="438"/>
                  </a:lnTo>
                  <a:lnTo>
                    <a:pt x="821" y="255"/>
                  </a:lnTo>
                  <a:lnTo>
                    <a:pt x="1137" y="117"/>
                  </a:lnTo>
                  <a:lnTo>
                    <a:pt x="1487" y="30"/>
                  </a:lnTo>
                  <a:lnTo>
                    <a:pt x="1862" y="0"/>
                  </a:lnTo>
                  <a:lnTo>
                    <a:pt x="19737" y="0"/>
                  </a:lnTo>
                  <a:lnTo>
                    <a:pt x="20113" y="30"/>
                  </a:lnTo>
                  <a:lnTo>
                    <a:pt x="20462" y="117"/>
                  </a:lnTo>
                  <a:lnTo>
                    <a:pt x="20779" y="255"/>
                  </a:lnTo>
                  <a:lnTo>
                    <a:pt x="21054" y="438"/>
                  </a:lnTo>
                  <a:lnTo>
                    <a:pt x="21282" y="659"/>
                  </a:lnTo>
                  <a:lnTo>
                    <a:pt x="21454" y="913"/>
                  </a:lnTo>
                  <a:lnTo>
                    <a:pt x="21562" y="1194"/>
                  </a:lnTo>
                  <a:lnTo>
                    <a:pt x="21600" y="1496"/>
                  </a:lnTo>
                  <a:lnTo>
                    <a:pt x="21600" y="20104"/>
                  </a:lnTo>
                  <a:lnTo>
                    <a:pt x="21562" y="20405"/>
                  </a:lnTo>
                  <a:lnTo>
                    <a:pt x="21454" y="20686"/>
                  </a:lnTo>
                  <a:lnTo>
                    <a:pt x="21282" y="20940"/>
                  </a:lnTo>
                  <a:lnTo>
                    <a:pt x="21054" y="21162"/>
                  </a:lnTo>
                  <a:lnTo>
                    <a:pt x="20779" y="21344"/>
                  </a:lnTo>
                  <a:lnTo>
                    <a:pt x="20462" y="21482"/>
                  </a:lnTo>
                  <a:lnTo>
                    <a:pt x="20113" y="21570"/>
                  </a:lnTo>
                  <a:lnTo>
                    <a:pt x="19737" y="21600"/>
                  </a:lnTo>
                  <a:lnTo>
                    <a:pt x="1862" y="21600"/>
                  </a:lnTo>
                  <a:lnTo>
                    <a:pt x="1487" y="21570"/>
                  </a:lnTo>
                  <a:lnTo>
                    <a:pt x="1137" y="21482"/>
                  </a:lnTo>
                  <a:lnTo>
                    <a:pt x="821" y="21344"/>
                  </a:lnTo>
                  <a:lnTo>
                    <a:pt x="545" y="21162"/>
                  </a:lnTo>
                  <a:lnTo>
                    <a:pt x="318" y="20940"/>
                  </a:lnTo>
                  <a:lnTo>
                    <a:pt x="146" y="20686"/>
                  </a:lnTo>
                  <a:lnTo>
                    <a:pt x="38" y="20405"/>
                  </a:lnTo>
                  <a:lnTo>
                    <a:pt x="0" y="20104"/>
                  </a:lnTo>
                  <a:lnTo>
                    <a:pt x="0" y="1496"/>
                  </a:lnTo>
                  <a:close/>
                </a:path>
              </a:pathLst>
            </a:custGeom>
            <a:noFill/>
            <a:ln w="25400" cap="flat">
              <a:solidFill>
                <a:srgbClr val="37415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87" name="object 12"/>
            <p:cNvSpPr/>
            <p:nvPr/>
          </p:nvSpPr>
          <p:spPr>
            <a:xfrm>
              <a:off x="300036" y="376301"/>
              <a:ext cx="2362204" cy="2743203"/>
            </a:xfrm>
            <a:prstGeom prst="rect">
              <a:avLst/>
            </a:prstGeom>
            <a:solidFill>
              <a:srgbClr val="11172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88" name="object 13"/>
            <p:cNvSpPr/>
            <p:nvPr/>
          </p:nvSpPr>
          <p:spPr>
            <a:xfrm>
              <a:off x="300036" y="376301"/>
              <a:ext cx="2362204" cy="2743203"/>
            </a:xfrm>
            <a:prstGeom prst="rect">
              <a:avLst/>
            </a:prstGeom>
            <a:noFill/>
            <a:ln w="12700" cap="flat">
              <a:solidFill>
                <a:srgbClr val="111727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89" name="object 14"/>
            <p:cNvSpPr/>
            <p:nvPr/>
          </p:nvSpPr>
          <p:spPr>
            <a:xfrm>
              <a:off x="433387" y="443040"/>
              <a:ext cx="2171702" cy="714377"/>
            </a:xfrm>
            <a:prstGeom prst="rect">
              <a:avLst/>
            </a:prstGeom>
            <a:solidFill>
              <a:srgbClr val="1F293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90" name="object 15"/>
            <p:cNvSpPr/>
            <p:nvPr/>
          </p:nvSpPr>
          <p:spPr>
            <a:xfrm>
              <a:off x="357187" y="443040"/>
              <a:ext cx="2247903" cy="714377"/>
            </a:xfrm>
            <a:prstGeom prst="rect">
              <a:avLst/>
            </a:prstGeom>
            <a:noFill/>
            <a:ln w="12700" cap="flat">
              <a:solidFill>
                <a:srgbClr val="E67D2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91" name="object 16"/>
            <p:cNvSpPr/>
            <p:nvPr/>
          </p:nvSpPr>
          <p:spPr>
            <a:xfrm>
              <a:off x="357187" y="443040"/>
              <a:ext cx="76202" cy="714377"/>
            </a:xfrm>
            <a:prstGeom prst="rect">
              <a:avLst/>
            </a:prstGeom>
            <a:solidFill>
              <a:srgbClr val="E67D2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92" name="object 17"/>
            <p:cNvSpPr/>
            <p:nvPr/>
          </p:nvSpPr>
          <p:spPr>
            <a:xfrm>
              <a:off x="357187" y="443040"/>
              <a:ext cx="76202" cy="714377"/>
            </a:xfrm>
            <a:prstGeom prst="rect">
              <a:avLst/>
            </a:prstGeom>
            <a:noFill/>
            <a:ln w="12700" cap="flat">
              <a:solidFill>
                <a:srgbClr val="E67D2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694" name="object 18"/>
          <p:cNvSpPr txBox="1"/>
          <p:nvPr/>
        </p:nvSpPr>
        <p:spPr>
          <a:xfrm>
            <a:off x="789994" y="1838818"/>
            <a:ext cx="2165352" cy="4751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48893">
              <a:spcBef>
                <a:spcPts val="100"/>
              </a:spcBef>
              <a:defRPr b="1" sz="900">
                <a:solidFill>
                  <a:srgbClr val="E67D2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Air</a:t>
            </a:r>
            <a:r>
              <a:rPr spc="85"/>
              <a:t> </a:t>
            </a:r>
            <a:r>
              <a:t>Quality</a:t>
            </a:r>
            <a:r>
              <a:rPr spc="135"/>
              <a:t> </a:t>
            </a:r>
            <a:r>
              <a:rPr spc="-10"/>
              <a:t>Alert</a:t>
            </a:r>
          </a:p>
          <a:p>
            <a:pPr marR="92710" indent="48893">
              <a:lnSpc>
                <a:spcPct val="104400"/>
              </a:lnSpc>
              <a:spcBef>
                <a:spcPts val="600"/>
              </a:spcBef>
              <a:defRPr sz="900">
                <a:solidFill>
                  <a:srgbClr val="D1F9E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PM2.5</a:t>
            </a:r>
            <a:r>
              <a:rPr spc="-65"/>
              <a:t> </a:t>
            </a:r>
            <a:r>
              <a:t>is</a:t>
            </a:r>
            <a:r>
              <a:rPr spc="-50"/>
              <a:t> </a:t>
            </a:r>
            <a:r>
              <a:t>elevated</a:t>
            </a:r>
            <a:r>
              <a:rPr spc="-10"/>
              <a:t> </a:t>
            </a:r>
            <a:r>
              <a:t>near</a:t>
            </a:r>
            <a:r>
              <a:rPr spc="-5"/>
              <a:t> </a:t>
            </a:r>
            <a:r>
              <a:t>Dudley</a:t>
            </a:r>
            <a:r>
              <a:rPr spc="-20"/>
              <a:t> </a:t>
            </a:r>
            <a:r>
              <a:t>Square</a:t>
            </a:r>
            <a:r>
              <a:rPr spc="10"/>
              <a:t> </a:t>
            </a:r>
            <a:r>
              <a:rPr spc="-20"/>
              <a:t>right</a:t>
            </a:r>
            <a:r>
              <a:rPr spc="500"/>
              <a:t> </a:t>
            </a:r>
            <a:r>
              <a:t>now.</a:t>
            </a:r>
            <a:r>
              <a:rPr spc="20"/>
              <a:t> </a:t>
            </a:r>
            <a:r>
              <a:t>Consider</a:t>
            </a:r>
            <a:r>
              <a:rPr spc="10"/>
              <a:t> </a:t>
            </a:r>
            <a:r>
              <a:rPr spc="-10"/>
              <a:t>staying</a:t>
            </a:r>
            <a:r>
              <a:rPr spc="-20"/>
              <a:t> </a:t>
            </a:r>
            <a:r>
              <a:rPr spc="-10"/>
              <a:t>inside.</a:t>
            </a:r>
          </a:p>
        </p:txBody>
      </p:sp>
      <p:grpSp>
        <p:nvGrpSpPr>
          <p:cNvPr id="699" name="object 19"/>
          <p:cNvGrpSpPr/>
          <p:nvPr/>
        </p:nvGrpSpPr>
        <p:grpSpPr>
          <a:xfrm>
            <a:off x="661986" y="2595626"/>
            <a:ext cx="2247903" cy="714377"/>
            <a:chOff x="0" y="0"/>
            <a:chExt cx="2247901" cy="714376"/>
          </a:xfrm>
        </p:grpSpPr>
        <p:sp>
          <p:nvSpPr>
            <p:cNvPr id="695" name="object 20"/>
            <p:cNvSpPr/>
            <p:nvPr/>
          </p:nvSpPr>
          <p:spPr>
            <a:xfrm>
              <a:off x="76200" y="-1"/>
              <a:ext cx="2171702" cy="714378"/>
            </a:xfrm>
            <a:prstGeom prst="rect">
              <a:avLst/>
            </a:prstGeom>
            <a:solidFill>
              <a:srgbClr val="1F293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96" name="object 21"/>
            <p:cNvSpPr/>
            <p:nvPr/>
          </p:nvSpPr>
          <p:spPr>
            <a:xfrm>
              <a:off x="0" y="-1"/>
              <a:ext cx="2247902" cy="714378"/>
            </a:xfrm>
            <a:prstGeom prst="rect">
              <a:avLst/>
            </a:prstGeom>
            <a:noFill/>
            <a:ln w="12700" cap="flat">
              <a:solidFill>
                <a:srgbClr val="E9A84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97" name="object 22"/>
            <p:cNvSpPr/>
            <p:nvPr/>
          </p:nvSpPr>
          <p:spPr>
            <a:xfrm>
              <a:off x="-1" y="-1"/>
              <a:ext cx="76201" cy="714378"/>
            </a:xfrm>
            <a:prstGeom prst="rect">
              <a:avLst/>
            </a:prstGeom>
            <a:solidFill>
              <a:srgbClr val="E9A846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98" name="object 23"/>
            <p:cNvSpPr/>
            <p:nvPr/>
          </p:nvSpPr>
          <p:spPr>
            <a:xfrm>
              <a:off x="-1" y="-1"/>
              <a:ext cx="76201" cy="714378"/>
            </a:xfrm>
            <a:prstGeom prst="rect">
              <a:avLst/>
            </a:prstGeom>
            <a:noFill/>
            <a:ln w="12700" cap="flat">
              <a:solidFill>
                <a:srgbClr val="E9A846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700" name="object 24"/>
          <p:cNvSpPr txBox="1"/>
          <p:nvPr/>
        </p:nvSpPr>
        <p:spPr>
          <a:xfrm>
            <a:off x="751894" y="2715258"/>
            <a:ext cx="2241552" cy="4751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5095">
              <a:spcBef>
                <a:spcPts val="100"/>
              </a:spcBef>
              <a:defRPr b="1" sz="900">
                <a:solidFill>
                  <a:srgbClr val="E9A846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Heat</a:t>
            </a:r>
            <a:r>
              <a:rPr spc="75"/>
              <a:t> </a:t>
            </a:r>
            <a:r>
              <a:rPr spc="-10"/>
              <a:t>Warning</a:t>
            </a:r>
          </a:p>
          <a:p>
            <a:pPr marR="247015" indent="125095">
              <a:lnSpc>
                <a:spcPct val="104400"/>
              </a:lnSpc>
              <a:spcBef>
                <a:spcPts val="600"/>
              </a:spcBef>
              <a:defRPr sz="900">
                <a:solidFill>
                  <a:srgbClr val="D1F9E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It's</a:t>
            </a:r>
            <a:r>
              <a:rPr spc="-50"/>
              <a:t> </a:t>
            </a:r>
            <a:r>
              <a:t>97°F</a:t>
            </a:r>
            <a:r>
              <a:rPr spc="-34"/>
              <a:t> </a:t>
            </a:r>
            <a:r>
              <a:t>near</a:t>
            </a:r>
            <a:r>
              <a:rPr spc="-10"/>
              <a:t> </a:t>
            </a:r>
            <a:r>
              <a:t>sensor</a:t>
            </a:r>
            <a:r>
              <a:rPr spc="-5"/>
              <a:t> </a:t>
            </a:r>
            <a:r>
              <a:t>14 on</a:t>
            </a:r>
            <a:r>
              <a:rPr spc="-15"/>
              <a:t> </a:t>
            </a:r>
            <a:r>
              <a:t>Blue</a:t>
            </a:r>
            <a:r>
              <a:rPr spc="-55"/>
              <a:t> </a:t>
            </a:r>
            <a:r>
              <a:t>Hill</a:t>
            </a:r>
            <a:r>
              <a:rPr spc="20"/>
              <a:t> </a:t>
            </a:r>
            <a:r>
              <a:rPr spc="-20"/>
              <a:t>Ave.</a:t>
            </a:r>
            <a:r>
              <a:rPr spc="500"/>
              <a:t> </a:t>
            </a:r>
            <a:r>
              <a:t>Seek</a:t>
            </a:r>
            <a:r>
              <a:rPr spc="15"/>
              <a:t> </a:t>
            </a:r>
            <a:r>
              <a:rPr spc="-10"/>
              <a:t>shade</a:t>
            </a:r>
            <a:r>
              <a:rPr spc="-30"/>
              <a:t> </a:t>
            </a:r>
            <a:r>
              <a:t>or</a:t>
            </a:r>
            <a:r>
              <a:rPr spc="45"/>
              <a:t> </a:t>
            </a:r>
            <a:r>
              <a:rPr spc="-25"/>
              <a:t>AC.</a:t>
            </a:r>
          </a:p>
        </p:txBody>
      </p:sp>
      <p:grpSp>
        <p:nvGrpSpPr>
          <p:cNvPr id="705" name="object 25"/>
          <p:cNvGrpSpPr/>
          <p:nvPr/>
        </p:nvGrpSpPr>
        <p:grpSpPr>
          <a:xfrm>
            <a:off x="661986" y="3462337"/>
            <a:ext cx="2247903" cy="714377"/>
            <a:chOff x="0" y="0"/>
            <a:chExt cx="2247901" cy="714376"/>
          </a:xfrm>
        </p:grpSpPr>
        <p:sp>
          <p:nvSpPr>
            <p:cNvPr id="701" name="object 26"/>
            <p:cNvSpPr/>
            <p:nvPr/>
          </p:nvSpPr>
          <p:spPr>
            <a:xfrm>
              <a:off x="76200" y="-1"/>
              <a:ext cx="2171702" cy="714378"/>
            </a:xfrm>
            <a:prstGeom prst="rect">
              <a:avLst/>
            </a:prstGeom>
            <a:solidFill>
              <a:srgbClr val="1F293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02" name="object 27"/>
            <p:cNvSpPr/>
            <p:nvPr/>
          </p:nvSpPr>
          <p:spPr>
            <a:xfrm>
              <a:off x="0" y="-1"/>
              <a:ext cx="2247902" cy="714378"/>
            </a:xfrm>
            <a:prstGeom prst="rect">
              <a:avLst/>
            </a:prstGeom>
            <a:noFill/>
            <a:ln w="12700" cap="flat">
              <a:solidFill>
                <a:srgbClr val="52B787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03" name="object 28"/>
            <p:cNvSpPr/>
            <p:nvPr/>
          </p:nvSpPr>
          <p:spPr>
            <a:xfrm>
              <a:off x="-1" y="-1"/>
              <a:ext cx="76201" cy="714378"/>
            </a:xfrm>
            <a:prstGeom prst="rect">
              <a:avLst/>
            </a:prstGeom>
            <a:solidFill>
              <a:srgbClr val="52B78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04" name="object 29"/>
            <p:cNvSpPr/>
            <p:nvPr/>
          </p:nvSpPr>
          <p:spPr>
            <a:xfrm>
              <a:off x="-1" y="-1"/>
              <a:ext cx="76201" cy="714378"/>
            </a:xfrm>
            <a:prstGeom prst="rect">
              <a:avLst/>
            </a:prstGeom>
            <a:noFill/>
            <a:ln w="12700" cap="flat">
              <a:solidFill>
                <a:srgbClr val="52B787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706" name="object 30"/>
          <p:cNvSpPr txBox="1"/>
          <p:nvPr/>
        </p:nvSpPr>
        <p:spPr>
          <a:xfrm>
            <a:off x="751894" y="3584488"/>
            <a:ext cx="2241552" cy="470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5095">
              <a:spcBef>
                <a:spcPts val="100"/>
              </a:spcBef>
              <a:defRPr b="1" sz="900">
                <a:solidFill>
                  <a:srgbClr val="52B787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Air</a:t>
            </a:r>
            <a:r>
              <a:rPr spc="34"/>
              <a:t> </a:t>
            </a:r>
            <a:r>
              <a:t>is</a:t>
            </a:r>
            <a:r>
              <a:rPr spc="75"/>
              <a:t> </a:t>
            </a:r>
            <a:r>
              <a:rPr spc="-10"/>
              <a:t>Better</a:t>
            </a:r>
          </a:p>
          <a:p>
            <a:pPr indent="125095">
              <a:spcBef>
                <a:spcPts val="600"/>
              </a:spcBef>
              <a:defRPr sz="900">
                <a:solidFill>
                  <a:srgbClr val="D1F9E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Air</a:t>
            </a:r>
            <a:r>
              <a:rPr spc="-10"/>
              <a:t> </a:t>
            </a:r>
            <a:r>
              <a:t>quality</a:t>
            </a:r>
            <a:r>
              <a:rPr spc="-20"/>
              <a:t> </a:t>
            </a:r>
            <a:r>
              <a:t>on</a:t>
            </a:r>
            <a:r>
              <a:rPr spc="-15"/>
              <a:t> </a:t>
            </a:r>
            <a:r>
              <a:t>your</a:t>
            </a:r>
            <a:r>
              <a:rPr spc="-5"/>
              <a:t> </a:t>
            </a:r>
            <a:r>
              <a:t>block</a:t>
            </a:r>
            <a:r>
              <a:rPr spc="-30"/>
              <a:t> </a:t>
            </a:r>
            <a:r>
              <a:t>is</a:t>
            </a:r>
            <a:r>
              <a:rPr spc="-40"/>
              <a:t> </a:t>
            </a:r>
            <a:r>
              <a:t>now</a:t>
            </a:r>
            <a:r>
              <a:rPr spc="-34"/>
              <a:t> </a:t>
            </a:r>
            <a:r>
              <a:t>Good. </a:t>
            </a:r>
            <a:r>
              <a:rPr spc="-20"/>
              <a:t>Safe</a:t>
            </a:r>
          </a:p>
          <a:p>
            <a:pPr indent="125095">
              <a:defRPr sz="900">
                <a:solidFill>
                  <a:srgbClr val="D1F9E4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to go</a:t>
            </a:r>
            <a:r>
              <a:rPr spc="5"/>
              <a:t> </a:t>
            </a:r>
            <a:r>
              <a:rPr spc="-10"/>
              <a:t>outside.</a:t>
            </a:r>
          </a:p>
        </p:txBody>
      </p:sp>
      <p:grpSp>
        <p:nvGrpSpPr>
          <p:cNvPr id="711" name="object 31"/>
          <p:cNvGrpSpPr/>
          <p:nvPr/>
        </p:nvGrpSpPr>
        <p:grpSpPr>
          <a:xfrm>
            <a:off x="3286125" y="1285810"/>
            <a:ext cx="5491228" cy="947739"/>
            <a:chOff x="0" y="0"/>
            <a:chExt cx="5491227" cy="947738"/>
          </a:xfrm>
        </p:grpSpPr>
        <p:pic>
          <p:nvPicPr>
            <p:cNvPr id="707" name="object 32" descr="object 32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5491228" cy="9477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08" name="object 33"/>
            <p:cNvSpPr/>
            <p:nvPr/>
          </p:nvSpPr>
          <p:spPr>
            <a:xfrm>
              <a:off x="147701" y="90615"/>
              <a:ext cx="5257802" cy="71437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09" name="object 34"/>
            <p:cNvSpPr/>
            <p:nvPr/>
          </p:nvSpPr>
          <p:spPr>
            <a:xfrm>
              <a:off x="261999" y="252540"/>
              <a:ext cx="352427" cy="3524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96" y="0"/>
                  </a:moveTo>
                  <a:lnTo>
                    <a:pt x="7926" y="386"/>
                  </a:lnTo>
                  <a:lnTo>
                    <a:pt x="5347" y="1474"/>
                  </a:lnTo>
                  <a:lnTo>
                    <a:pt x="3162" y="3162"/>
                  </a:lnTo>
                  <a:lnTo>
                    <a:pt x="1474" y="5347"/>
                  </a:lnTo>
                  <a:lnTo>
                    <a:pt x="386" y="7926"/>
                  </a:lnTo>
                  <a:lnTo>
                    <a:pt x="0" y="10796"/>
                  </a:lnTo>
                  <a:lnTo>
                    <a:pt x="386" y="13667"/>
                  </a:lnTo>
                  <a:lnTo>
                    <a:pt x="1474" y="16247"/>
                  </a:lnTo>
                  <a:lnTo>
                    <a:pt x="3162" y="18434"/>
                  </a:lnTo>
                  <a:lnTo>
                    <a:pt x="5347" y="20124"/>
                  </a:lnTo>
                  <a:lnTo>
                    <a:pt x="7926" y="21214"/>
                  </a:lnTo>
                  <a:lnTo>
                    <a:pt x="10796" y="21600"/>
                  </a:lnTo>
                  <a:lnTo>
                    <a:pt x="13667" y="21214"/>
                  </a:lnTo>
                  <a:lnTo>
                    <a:pt x="16247" y="20124"/>
                  </a:lnTo>
                  <a:lnTo>
                    <a:pt x="18434" y="18434"/>
                  </a:lnTo>
                  <a:lnTo>
                    <a:pt x="20124" y="16247"/>
                  </a:lnTo>
                  <a:lnTo>
                    <a:pt x="21214" y="13667"/>
                  </a:lnTo>
                  <a:lnTo>
                    <a:pt x="21600" y="10796"/>
                  </a:lnTo>
                  <a:lnTo>
                    <a:pt x="21214" y="7926"/>
                  </a:lnTo>
                  <a:lnTo>
                    <a:pt x="20124" y="5347"/>
                  </a:lnTo>
                  <a:lnTo>
                    <a:pt x="18434" y="3162"/>
                  </a:lnTo>
                  <a:lnTo>
                    <a:pt x="16247" y="1474"/>
                  </a:lnTo>
                  <a:lnTo>
                    <a:pt x="13667" y="386"/>
                  </a:lnTo>
                  <a:lnTo>
                    <a:pt x="10796" y="0"/>
                  </a:lnTo>
                  <a:close/>
                </a:path>
              </a:pathLst>
            </a:cu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10" name="object 35"/>
            <p:cNvSpPr/>
            <p:nvPr/>
          </p:nvSpPr>
          <p:spPr>
            <a:xfrm>
              <a:off x="261999" y="252540"/>
              <a:ext cx="352427" cy="3524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796"/>
                  </a:moveTo>
                  <a:lnTo>
                    <a:pt x="386" y="7926"/>
                  </a:lnTo>
                  <a:lnTo>
                    <a:pt x="1474" y="5347"/>
                  </a:lnTo>
                  <a:lnTo>
                    <a:pt x="3162" y="3162"/>
                  </a:lnTo>
                  <a:lnTo>
                    <a:pt x="5347" y="1474"/>
                  </a:lnTo>
                  <a:lnTo>
                    <a:pt x="7926" y="386"/>
                  </a:lnTo>
                  <a:lnTo>
                    <a:pt x="10796" y="0"/>
                  </a:lnTo>
                  <a:lnTo>
                    <a:pt x="13667" y="386"/>
                  </a:lnTo>
                  <a:lnTo>
                    <a:pt x="16247" y="1474"/>
                  </a:lnTo>
                  <a:lnTo>
                    <a:pt x="18434" y="3162"/>
                  </a:lnTo>
                  <a:lnTo>
                    <a:pt x="20124" y="5347"/>
                  </a:lnTo>
                  <a:lnTo>
                    <a:pt x="21214" y="7926"/>
                  </a:lnTo>
                  <a:lnTo>
                    <a:pt x="21600" y="10796"/>
                  </a:lnTo>
                  <a:lnTo>
                    <a:pt x="21214" y="13667"/>
                  </a:lnTo>
                  <a:lnTo>
                    <a:pt x="20124" y="16247"/>
                  </a:lnTo>
                  <a:lnTo>
                    <a:pt x="18434" y="18434"/>
                  </a:lnTo>
                  <a:lnTo>
                    <a:pt x="16247" y="20124"/>
                  </a:lnTo>
                  <a:lnTo>
                    <a:pt x="13667" y="21214"/>
                  </a:lnTo>
                  <a:lnTo>
                    <a:pt x="10796" y="21600"/>
                  </a:lnTo>
                  <a:lnTo>
                    <a:pt x="7926" y="21214"/>
                  </a:lnTo>
                  <a:lnTo>
                    <a:pt x="5347" y="20124"/>
                  </a:lnTo>
                  <a:lnTo>
                    <a:pt x="3162" y="18434"/>
                  </a:lnTo>
                  <a:lnTo>
                    <a:pt x="1474" y="16247"/>
                  </a:lnTo>
                  <a:lnTo>
                    <a:pt x="386" y="13667"/>
                  </a:lnTo>
                  <a:lnTo>
                    <a:pt x="0" y="10796"/>
                  </a:lnTo>
                  <a:close/>
                </a:path>
              </a:pathLst>
            </a:cu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712" name="object 36"/>
          <p:cNvSpPr txBox="1"/>
          <p:nvPr/>
        </p:nvSpPr>
        <p:spPr>
          <a:xfrm>
            <a:off x="3433826" y="1497062"/>
            <a:ext cx="5257802" cy="439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575309">
              <a:spcBef>
                <a:spcPts val="800"/>
              </a:spcBef>
              <a:defRPr b="1" sz="1200">
                <a:solidFill>
                  <a:srgbClr val="1B433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Bad</a:t>
            </a:r>
            <a:r>
              <a:rPr spc="75"/>
              <a:t> </a:t>
            </a:r>
            <a:r>
              <a:t>air</a:t>
            </a:r>
            <a:r>
              <a:rPr spc="90"/>
              <a:t> </a:t>
            </a:r>
            <a:r>
              <a:t>day</a:t>
            </a:r>
            <a:r>
              <a:rPr spc="15"/>
              <a:t> </a:t>
            </a:r>
            <a:r>
              <a:rPr spc="-10"/>
              <a:t>coming</a:t>
            </a:r>
          </a:p>
          <a:p>
            <a:pPr indent="575309">
              <a:spcBef>
                <a:spcPts val="900"/>
              </a:spcBef>
              <a:defRPr sz="11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We'll</a:t>
            </a:r>
            <a:r>
              <a:rPr spc="25"/>
              <a:t> </a:t>
            </a:r>
            <a:r>
              <a:t>let</a:t>
            </a:r>
            <a:r>
              <a:rPr spc="-15"/>
              <a:t> </a:t>
            </a:r>
            <a:r>
              <a:t>you</a:t>
            </a:r>
            <a:r>
              <a:rPr spc="-4"/>
              <a:t> </a:t>
            </a:r>
            <a:r>
              <a:t>know</a:t>
            </a:r>
            <a:r>
              <a:rPr spc="4"/>
              <a:t> </a:t>
            </a:r>
            <a:r>
              <a:t>before</a:t>
            </a:r>
            <a:r>
              <a:rPr spc="25"/>
              <a:t> </a:t>
            </a:r>
            <a:r>
              <a:rPr spc="-9"/>
              <a:t>air</a:t>
            </a:r>
            <a:r>
              <a:rPr spc="-35"/>
              <a:t> </a:t>
            </a:r>
            <a:r>
              <a:t>quality</a:t>
            </a:r>
            <a:r>
              <a:rPr spc="4"/>
              <a:t> </a:t>
            </a:r>
            <a:r>
              <a:t>gets</a:t>
            </a:r>
            <a:r>
              <a:rPr spc="-4"/>
              <a:t> </a:t>
            </a:r>
            <a:r>
              <a:t>unhealthy so</a:t>
            </a:r>
            <a:r>
              <a:rPr spc="-4"/>
              <a:t> </a:t>
            </a:r>
            <a:r>
              <a:t>you</a:t>
            </a:r>
            <a:r>
              <a:rPr spc="-4"/>
              <a:t> </a:t>
            </a:r>
            <a:r>
              <a:t>can</a:t>
            </a:r>
            <a:r>
              <a:rPr spc="-4"/>
              <a:t> </a:t>
            </a:r>
            <a:r>
              <a:t>plan</a:t>
            </a:r>
            <a:r>
              <a:rPr spc="-9"/>
              <a:t> </a:t>
            </a:r>
            <a:r>
              <a:t>your</a:t>
            </a:r>
            <a:r>
              <a:rPr spc="-30"/>
              <a:t> </a:t>
            </a:r>
            <a:r>
              <a:rPr spc="-19"/>
              <a:t>day.</a:t>
            </a:r>
          </a:p>
        </p:txBody>
      </p:sp>
      <p:grpSp>
        <p:nvGrpSpPr>
          <p:cNvPr id="717" name="object 37"/>
          <p:cNvGrpSpPr/>
          <p:nvPr/>
        </p:nvGrpSpPr>
        <p:grpSpPr>
          <a:xfrm>
            <a:off x="3286125" y="2133536"/>
            <a:ext cx="5491228" cy="947740"/>
            <a:chOff x="0" y="0"/>
            <a:chExt cx="5491227" cy="947738"/>
          </a:xfrm>
        </p:grpSpPr>
        <p:pic>
          <p:nvPicPr>
            <p:cNvPr id="713" name="object 38" descr="object 38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5491228" cy="9477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14" name="object 39"/>
            <p:cNvSpPr/>
            <p:nvPr/>
          </p:nvSpPr>
          <p:spPr>
            <a:xfrm>
              <a:off x="147701" y="90614"/>
              <a:ext cx="5257802" cy="71437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15" name="object 40"/>
            <p:cNvSpPr/>
            <p:nvPr/>
          </p:nvSpPr>
          <p:spPr>
            <a:xfrm>
              <a:off x="261999" y="262064"/>
              <a:ext cx="352427" cy="3429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96" y="0"/>
                  </a:moveTo>
                  <a:lnTo>
                    <a:pt x="7926" y="386"/>
                  </a:lnTo>
                  <a:lnTo>
                    <a:pt x="5347" y="1474"/>
                  </a:lnTo>
                  <a:lnTo>
                    <a:pt x="3162" y="3162"/>
                  </a:lnTo>
                  <a:lnTo>
                    <a:pt x="1474" y="5348"/>
                  </a:lnTo>
                  <a:lnTo>
                    <a:pt x="386" y="7928"/>
                  </a:lnTo>
                  <a:lnTo>
                    <a:pt x="0" y="10800"/>
                  </a:lnTo>
                  <a:lnTo>
                    <a:pt x="386" y="13669"/>
                  </a:lnTo>
                  <a:lnTo>
                    <a:pt x="1474" y="16249"/>
                  </a:lnTo>
                  <a:lnTo>
                    <a:pt x="3162" y="18435"/>
                  </a:lnTo>
                  <a:lnTo>
                    <a:pt x="5347" y="20124"/>
                  </a:lnTo>
                  <a:lnTo>
                    <a:pt x="7926" y="21214"/>
                  </a:lnTo>
                  <a:lnTo>
                    <a:pt x="10796" y="21600"/>
                  </a:lnTo>
                  <a:lnTo>
                    <a:pt x="13667" y="21214"/>
                  </a:lnTo>
                  <a:lnTo>
                    <a:pt x="16247" y="20124"/>
                  </a:lnTo>
                  <a:lnTo>
                    <a:pt x="18434" y="18435"/>
                  </a:lnTo>
                  <a:lnTo>
                    <a:pt x="20124" y="16249"/>
                  </a:lnTo>
                  <a:lnTo>
                    <a:pt x="21214" y="13669"/>
                  </a:lnTo>
                  <a:lnTo>
                    <a:pt x="21600" y="10800"/>
                  </a:lnTo>
                  <a:lnTo>
                    <a:pt x="21214" y="7928"/>
                  </a:lnTo>
                  <a:lnTo>
                    <a:pt x="20124" y="5348"/>
                  </a:lnTo>
                  <a:lnTo>
                    <a:pt x="18434" y="3162"/>
                  </a:lnTo>
                  <a:lnTo>
                    <a:pt x="16247" y="1474"/>
                  </a:lnTo>
                  <a:lnTo>
                    <a:pt x="13667" y="386"/>
                  </a:lnTo>
                  <a:lnTo>
                    <a:pt x="10796" y="0"/>
                  </a:lnTo>
                  <a:close/>
                </a:path>
              </a:pathLst>
            </a:cu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16" name="object 41"/>
            <p:cNvSpPr/>
            <p:nvPr/>
          </p:nvSpPr>
          <p:spPr>
            <a:xfrm>
              <a:off x="261999" y="262064"/>
              <a:ext cx="352427" cy="3429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386" y="7928"/>
                  </a:lnTo>
                  <a:lnTo>
                    <a:pt x="1474" y="5348"/>
                  </a:lnTo>
                  <a:lnTo>
                    <a:pt x="3162" y="3162"/>
                  </a:lnTo>
                  <a:lnTo>
                    <a:pt x="5347" y="1474"/>
                  </a:lnTo>
                  <a:lnTo>
                    <a:pt x="7926" y="386"/>
                  </a:lnTo>
                  <a:lnTo>
                    <a:pt x="10796" y="0"/>
                  </a:lnTo>
                  <a:lnTo>
                    <a:pt x="13667" y="386"/>
                  </a:lnTo>
                  <a:lnTo>
                    <a:pt x="16247" y="1474"/>
                  </a:lnTo>
                  <a:lnTo>
                    <a:pt x="18434" y="3162"/>
                  </a:lnTo>
                  <a:lnTo>
                    <a:pt x="20124" y="5348"/>
                  </a:lnTo>
                  <a:lnTo>
                    <a:pt x="21214" y="7928"/>
                  </a:lnTo>
                  <a:lnTo>
                    <a:pt x="21600" y="10800"/>
                  </a:lnTo>
                  <a:lnTo>
                    <a:pt x="21214" y="13669"/>
                  </a:lnTo>
                  <a:lnTo>
                    <a:pt x="20124" y="16249"/>
                  </a:lnTo>
                  <a:lnTo>
                    <a:pt x="18434" y="18435"/>
                  </a:lnTo>
                  <a:lnTo>
                    <a:pt x="16247" y="20124"/>
                  </a:lnTo>
                  <a:lnTo>
                    <a:pt x="13667" y="21214"/>
                  </a:lnTo>
                  <a:lnTo>
                    <a:pt x="10796" y="21600"/>
                  </a:lnTo>
                  <a:lnTo>
                    <a:pt x="7926" y="21214"/>
                  </a:lnTo>
                  <a:lnTo>
                    <a:pt x="5347" y="20124"/>
                  </a:lnTo>
                  <a:lnTo>
                    <a:pt x="3162" y="18435"/>
                  </a:lnTo>
                  <a:lnTo>
                    <a:pt x="1474" y="16249"/>
                  </a:lnTo>
                  <a:lnTo>
                    <a:pt x="386" y="13669"/>
                  </a:lnTo>
                  <a:lnTo>
                    <a:pt x="0" y="10800"/>
                  </a:lnTo>
                  <a:close/>
                </a:path>
              </a:pathLst>
            </a:cu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718" name="object 42"/>
          <p:cNvSpPr txBox="1"/>
          <p:nvPr/>
        </p:nvSpPr>
        <p:spPr>
          <a:xfrm>
            <a:off x="3451095" y="2379027"/>
            <a:ext cx="5998114" cy="3854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575309">
              <a:spcBef>
                <a:spcPts val="900"/>
              </a:spcBef>
              <a:defRPr b="1" sz="1200">
                <a:solidFill>
                  <a:srgbClr val="1B433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Extreme</a:t>
            </a:r>
            <a:r>
              <a:rPr spc="110"/>
              <a:t> </a:t>
            </a:r>
            <a:r>
              <a:t>heat</a:t>
            </a:r>
            <a:r>
              <a:rPr spc="80"/>
              <a:t> </a:t>
            </a:r>
            <a:r>
              <a:rPr spc="-10"/>
              <a:t>nearby</a:t>
            </a:r>
          </a:p>
          <a:p>
            <a:pPr marR="553084" indent="575309">
              <a:lnSpc>
                <a:spcPts val="1200"/>
              </a:lnSpc>
              <a:spcBef>
                <a:spcPts val="300"/>
              </a:spcBef>
              <a:defRPr sz="11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Get</a:t>
            </a:r>
            <a:r>
              <a:rPr spc="-25"/>
              <a:t> </a:t>
            </a:r>
            <a:r>
              <a:t>a</a:t>
            </a:r>
            <a:r>
              <a:rPr spc="-35"/>
              <a:t> </a:t>
            </a:r>
            <a:r>
              <a:rPr spc="-9"/>
              <a:t>heads-</a:t>
            </a:r>
            <a:r>
              <a:t>up</a:t>
            </a:r>
            <a:r>
              <a:rPr spc="-19"/>
              <a:t> </a:t>
            </a:r>
            <a:r>
              <a:t>when</a:t>
            </a:r>
            <a:r>
              <a:rPr spc="-19"/>
              <a:t> </a:t>
            </a:r>
            <a:r>
              <a:t>it's</a:t>
            </a:r>
            <a:r>
              <a:rPr spc="-19"/>
              <a:t> </a:t>
            </a:r>
            <a:r>
              <a:t>dangerously</a:t>
            </a:r>
            <a:r>
              <a:rPr spc="-9"/>
              <a:t> </a:t>
            </a:r>
            <a:r>
              <a:t>hot</a:t>
            </a:r>
            <a:r>
              <a:rPr spc="-30"/>
              <a:t> </a:t>
            </a:r>
            <a:r>
              <a:t>near</a:t>
            </a:r>
            <a:r>
              <a:rPr spc="30"/>
              <a:t> </a:t>
            </a:r>
            <a:r>
              <a:t>your</a:t>
            </a:r>
            <a:r>
              <a:rPr spc="-45"/>
              <a:t> </a:t>
            </a:r>
            <a:r>
              <a:t>home</a:t>
            </a:r>
            <a:r>
              <a:rPr spc="9"/>
              <a:t> </a:t>
            </a:r>
            <a:r>
              <a:t>or</a:t>
            </a:r>
            <a:r>
              <a:rPr spc="35"/>
              <a:t> </a:t>
            </a:r>
            <a:r>
              <a:t>your</a:t>
            </a:r>
            <a:r>
              <a:rPr spc="-45"/>
              <a:t> </a:t>
            </a:r>
            <a:r>
              <a:rPr spc="-9"/>
              <a:t>child's school.</a:t>
            </a:r>
          </a:p>
        </p:txBody>
      </p:sp>
      <p:grpSp>
        <p:nvGrpSpPr>
          <p:cNvPr id="723" name="object 43"/>
          <p:cNvGrpSpPr/>
          <p:nvPr/>
        </p:nvGrpSpPr>
        <p:grpSpPr>
          <a:xfrm>
            <a:off x="3286125" y="2990850"/>
            <a:ext cx="5491228" cy="938214"/>
            <a:chOff x="0" y="0"/>
            <a:chExt cx="5491227" cy="938213"/>
          </a:xfrm>
        </p:grpSpPr>
        <p:pic>
          <p:nvPicPr>
            <p:cNvPr id="719" name="object 44" descr="object 44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0" y="0"/>
              <a:ext cx="5491228" cy="93821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20" name="object 45"/>
            <p:cNvSpPr/>
            <p:nvPr/>
          </p:nvSpPr>
          <p:spPr>
            <a:xfrm>
              <a:off x="147701" y="90551"/>
              <a:ext cx="5257802" cy="70485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21" name="object 46"/>
            <p:cNvSpPr/>
            <p:nvPr/>
          </p:nvSpPr>
          <p:spPr>
            <a:xfrm>
              <a:off x="261999" y="252474"/>
              <a:ext cx="352427" cy="3429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96" y="0"/>
                  </a:moveTo>
                  <a:lnTo>
                    <a:pt x="7926" y="386"/>
                  </a:lnTo>
                  <a:lnTo>
                    <a:pt x="5347" y="1474"/>
                  </a:lnTo>
                  <a:lnTo>
                    <a:pt x="3162" y="3162"/>
                  </a:lnTo>
                  <a:lnTo>
                    <a:pt x="1474" y="5348"/>
                  </a:lnTo>
                  <a:lnTo>
                    <a:pt x="386" y="7928"/>
                  </a:lnTo>
                  <a:lnTo>
                    <a:pt x="0" y="10800"/>
                  </a:lnTo>
                  <a:lnTo>
                    <a:pt x="386" y="13669"/>
                  </a:lnTo>
                  <a:lnTo>
                    <a:pt x="1474" y="16249"/>
                  </a:lnTo>
                  <a:lnTo>
                    <a:pt x="3162" y="18435"/>
                  </a:lnTo>
                  <a:lnTo>
                    <a:pt x="5347" y="20124"/>
                  </a:lnTo>
                  <a:lnTo>
                    <a:pt x="7926" y="21214"/>
                  </a:lnTo>
                  <a:lnTo>
                    <a:pt x="10796" y="21600"/>
                  </a:lnTo>
                  <a:lnTo>
                    <a:pt x="13667" y="21214"/>
                  </a:lnTo>
                  <a:lnTo>
                    <a:pt x="16247" y="20124"/>
                  </a:lnTo>
                  <a:lnTo>
                    <a:pt x="18434" y="18435"/>
                  </a:lnTo>
                  <a:lnTo>
                    <a:pt x="20124" y="16249"/>
                  </a:lnTo>
                  <a:lnTo>
                    <a:pt x="21214" y="13669"/>
                  </a:lnTo>
                  <a:lnTo>
                    <a:pt x="21600" y="10800"/>
                  </a:lnTo>
                  <a:lnTo>
                    <a:pt x="21214" y="7928"/>
                  </a:lnTo>
                  <a:lnTo>
                    <a:pt x="20124" y="5348"/>
                  </a:lnTo>
                  <a:lnTo>
                    <a:pt x="18434" y="3162"/>
                  </a:lnTo>
                  <a:lnTo>
                    <a:pt x="16247" y="1474"/>
                  </a:lnTo>
                  <a:lnTo>
                    <a:pt x="13667" y="386"/>
                  </a:lnTo>
                  <a:lnTo>
                    <a:pt x="10796" y="0"/>
                  </a:lnTo>
                  <a:close/>
                </a:path>
              </a:pathLst>
            </a:cu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22" name="object 47"/>
            <p:cNvSpPr/>
            <p:nvPr/>
          </p:nvSpPr>
          <p:spPr>
            <a:xfrm>
              <a:off x="261999" y="252474"/>
              <a:ext cx="352427" cy="3429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386" y="7928"/>
                  </a:lnTo>
                  <a:lnTo>
                    <a:pt x="1474" y="5348"/>
                  </a:lnTo>
                  <a:lnTo>
                    <a:pt x="3162" y="3162"/>
                  </a:lnTo>
                  <a:lnTo>
                    <a:pt x="5347" y="1474"/>
                  </a:lnTo>
                  <a:lnTo>
                    <a:pt x="7926" y="386"/>
                  </a:lnTo>
                  <a:lnTo>
                    <a:pt x="10796" y="0"/>
                  </a:lnTo>
                  <a:lnTo>
                    <a:pt x="13667" y="386"/>
                  </a:lnTo>
                  <a:lnTo>
                    <a:pt x="16247" y="1474"/>
                  </a:lnTo>
                  <a:lnTo>
                    <a:pt x="18434" y="3162"/>
                  </a:lnTo>
                  <a:lnTo>
                    <a:pt x="20124" y="5348"/>
                  </a:lnTo>
                  <a:lnTo>
                    <a:pt x="21214" y="7928"/>
                  </a:lnTo>
                  <a:lnTo>
                    <a:pt x="21600" y="10800"/>
                  </a:lnTo>
                  <a:lnTo>
                    <a:pt x="21214" y="13669"/>
                  </a:lnTo>
                  <a:lnTo>
                    <a:pt x="20124" y="16249"/>
                  </a:lnTo>
                  <a:lnTo>
                    <a:pt x="18434" y="18435"/>
                  </a:lnTo>
                  <a:lnTo>
                    <a:pt x="16247" y="20124"/>
                  </a:lnTo>
                  <a:lnTo>
                    <a:pt x="13667" y="21214"/>
                  </a:lnTo>
                  <a:lnTo>
                    <a:pt x="10796" y="21600"/>
                  </a:lnTo>
                  <a:lnTo>
                    <a:pt x="7926" y="21214"/>
                  </a:lnTo>
                  <a:lnTo>
                    <a:pt x="5347" y="20124"/>
                  </a:lnTo>
                  <a:lnTo>
                    <a:pt x="3162" y="18435"/>
                  </a:lnTo>
                  <a:lnTo>
                    <a:pt x="1474" y="16249"/>
                  </a:lnTo>
                  <a:lnTo>
                    <a:pt x="386" y="13669"/>
                  </a:lnTo>
                  <a:lnTo>
                    <a:pt x="0" y="10800"/>
                  </a:lnTo>
                  <a:close/>
                </a:path>
              </a:pathLst>
            </a:cu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724" name="object 48"/>
          <p:cNvSpPr txBox="1"/>
          <p:nvPr/>
        </p:nvSpPr>
        <p:spPr>
          <a:xfrm>
            <a:off x="3433826" y="3188318"/>
            <a:ext cx="5257802" cy="4390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575309">
              <a:spcBef>
                <a:spcPts val="800"/>
              </a:spcBef>
              <a:defRPr b="1" sz="1200">
                <a:solidFill>
                  <a:srgbClr val="1B433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Your</a:t>
            </a:r>
            <a:r>
              <a:rPr spc="60"/>
              <a:t> </a:t>
            </a:r>
            <a:r>
              <a:t>zone</a:t>
            </a:r>
            <a:r>
              <a:rPr spc="15"/>
              <a:t> </a:t>
            </a:r>
            <a:r>
              <a:t>changed</a:t>
            </a:r>
            <a:r>
              <a:rPr spc="135"/>
              <a:t> </a:t>
            </a:r>
            <a:r>
              <a:rPr spc="-20"/>
              <a:t>color</a:t>
            </a:r>
          </a:p>
          <a:p>
            <a:pPr indent="575309">
              <a:spcBef>
                <a:spcPts val="900"/>
              </a:spcBef>
              <a:defRPr sz="11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If</a:t>
            </a:r>
            <a:r>
              <a:rPr spc="19"/>
              <a:t> </a:t>
            </a:r>
            <a:r>
              <a:t>the</a:t>
            </a:r>
            <a:r>
              <a:rPr spc="30"/>
              <a:t> </a:t>
            </a:r>
            <a:r>
              <a:t>color</a:t>
            </a:r>
            <a:r>
              <a:rPr spc="-30"/>
              <a:t> </a:t>
            </a:r>
            <a:r>
              <a:t>on</a:t>
            </a:r>
            <a:r>
              <a:rPr spc="-4"/>
              <a:t> </a:t>
            </a:r>
            <a:r>
              <a:t>your</a:t>
            </a:r>
            <a:r>
              <a:rPr spc="-30"/>
              <a:t> </a:t>
            </a:r>
            <a:r>
              <a:t>block changes,</a:t>
            </a:r>
            <a:r>
              <a:rPr spc="4"/>
              <a:t> </a:t>
            </a:r>
            <a:r>
              <a:t>you'll</a:t>
            </a:r>
            <a:r>
              <a:rPr spc="35"/>
              <a:t> </a:t>
            </a:r>
            <a:r>
              <a:t>hear</a:t>
            </a:r>
            <a:r>
              <a:rPr spc="-30"/>
              <a:t> </a:t>
            </a:r>
            <a:r>
              <a:t>about</a:t>
            </a:r>
            <a:r>
              <a:rPr spc="-15"/>
              <a:t> </a:t>
            </a:r>
            <a:r>
              <a:t>it</a:t>
            </a:r>
            <a:r>
              <a:rPr spc="-15"/>
              <a:t> </a:t>
            </a:r>
            <a:r>
              <a:t>right</a:t>
            </a:r>
            <a:r>
              <a:rPr spc="-9"/>
              <a:t> away.</a:t>
            </a:r>
          </a:p>
        </p:txBody>
      </p:sp>
      <p:grpSp>
        <p:nvGrpSpPr>
          <p:cNvPr id="729" name="object 49"/>
          <p:cNvGrpSpPr/>
          <p:nvPr/>
        </p:nvGrpSpPr>
        <p:grpSpPr>
          <a:xfrm>
            <a:off x="3286125" y="3838575"/>
            <a:ext cx="5491228" cy="947739"/>
            <a:chOff x="0" y="0"/>
            <a:chExt cx="5491227" cy="947738"/>
          </a:xfrm>
        </p:grpSpPr>
        <p:pic>
          <p:nvPicPr>
            <p:cNvPr id="725" name="object 50" descr="object 50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0" y="0"/>
              <a:ext cx="5491228" cy="94773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726" name="object 51"/>
            <p:cNvSpPr/>
            <p:nvPr/>
          </p:nvSpPr>
          <p:spPr>
            <a:xfrm>
              <a:off x="147701" y="90487"/>
              <a:ext cx="5257802" cy="714377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27" name="object 52"/>
            <p:cNvSpPr/>
            <p:nvPr/>
          </p:nvSpPr>
          <p:spPr>
            <a:xfrm>
              <a:off x="261999" y="252412"/>
              <a:ext cx="352427" cy="3524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10796" y="0"/>
                  </a:moveTo>
                  <a:lnTo>
                    <a:pt x="7926" y="386"/>
                  </a:lnTo>
                  <a:lnTo>
                    <a:pt x="5347" y="1475"/>
                  </a:lnTo>
                  <a:lnTo>
                    <a:pt x="3162" y="3163"/>
                  </a:lnTo>
                  <a:lnTo>
                    <a:pt x="1474" y="5349"/>
                  </a:lnTo>
                  <a:lnTo>
                    <a:pt x="386" y="7929"/>
                  </a:lnTo>
                  <a:lnTo>
                    <a:pt x="0" y="10800"/>
                  </a:lnTo>
                  <a:lnTo>
                    <a:pt x="386" y="13671"/>
                  </a:lnTo>
                  <a:lnTo>
                    <a:pt x="1474" y="16251"/>
                  </a:lnTo>
                  <a:lnTo>
                    <a:pt x="3162" y="18437"/>
                  </a:lnTo>
                  <a:lnTo>
                    <a:pt x="5347" y="20125"/>
                  </a:lnTo>
                  <a:lnTo>
                    <a:pt x="7926" y="21214"/>
                  </a:lnTo>
                  <a:lnTo>
                    <a:pt x="10796" y="21600"/>
                  </a:lnTo>
                  <a:lnTo>
                    <a:pt x="13667" y="21214"/>
                  </a:lnTo>
                  <a:lnTo>
                    <a:pt x="16247" y="20125"/>
                  </a:lnTo>
                  <a:lnTo>
                    <a:pt x="18434" y="18437"/>
                  </a:lnTo>
                  <a:lnTo>
                    <a:pt x="20124" y="16251"/>
                  </a:lnTo>
                  <a:lnTo>
                    <a:pt x="21214" y="13671"/>
                  </a:lnTo>
                  <a:lnTo>
                    <a:pt x="21600" y="10800"/>
                  </a:lnTo>
                  <a:lnTo>
                    <a:pt x="21214" y="7929"/>
                  </a:lnTo>
                  <a:lnTo>
                    <a:pt x="20124" y="5349"/>
                  </a:lnTo>
                  <a:lnTo>
                    <a:pt x="18434" y="3163"/>
                  </a:lnTo>
                  <a:lnTo>
                    <a:pt x="16247" y="1475"/>
                  </a:lnTo>
                  <a:lnTo>
                    <a:pt x="13667" y="386"/>
                  </a:lnTo>
                  <a:lnTo>
                    <a:pt x="10796" y="0"/>
                  </a:lnTo>
                  <a:close/>
                </a:path>
              </a:pathLst>
            </a:custGeom>
            <a:solidFill>
              <a:srgbClr val="1B4331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28" name="object 53"/>
            <p:cNvSpPr/>
            <p:nvPr/>
          </p:nvSpPr>
          <p:spPr>
            <a:xfrm>
              <a:off x="261999" y="252412"/>
              <a:ext cx="352427" cy="3524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0" y="10800"/>
                  </a:moveTo>
                  <a:lnTo>
                    <a:pt x="386" y="7929"/>
                  </a:lnTo>
                  <a:lnTo>
                    <a:pt x="1474" y="5349"/>
                  </a:lnTo>
                  <a:lnTo>
                    <a:pt x="3162" y="3163"/>
                  </a:lnTo>
                  <a:lnTo>
                    <a:pt x="5347" y="1475"/>
                  </a:lnTo>
                  <a:lnTo>
                    <a:pt x="7926" y="386"/>
                  </a:lnTo>
                  <a:lnTo>
                    <a:pt x="10796" y="0"/>
                  </a:lnTo>
                  <a:lnTo>
                    <a:pt x="13667" y="386"/>
                  </a:lnTo>
                  <a:lnTo>
                    <a:pt x="16247" y="1475"/>
                  </a:lnTo>
                  <a:lnTo>
                    <a:pt x="18434" y="3163"/>
                  </a:lnTo>
                  <a:lnTo>
                    <a:pt x="20124" y="5349"/>
                  </a:lnTo>
                  <a:lnTo>
                    <a:pt x="21214" y="7929"/>
                  </a:lnTo>
                  <a:lnTo>
                    <a:pt x="21600" y="10800"/>
                  </a:lnTo>
                  <a:lnTo>
                    <a:pt x="21214" y="13671"/>
                  </a:lnTo>
                  <a:lnTo>
                    <a:pt x="20124" y="16251"/>
                  </a:lnTo>
                  <a:lnTo>
                    <a:pt x="18434" y="18437"/>
                  </a:lnTo>
                  <a:lnTo>
                    <a:pt x="16247" y="20125"/>
                  </a:lnTo>
                  <a:lnTo>
                    <a:pt x="13667" y="21214"/>
                  </a:lnTo>
                  <a:lnTo>
                    <a:pt x="10796" y="21600"/>
                  </a:lnTo>
                  <a:lnTo>
                    <a:pt x="7926" y="21214"/>
                  </a:lnTo>
                  <a:lnTo>
                    <a:pt x="5347" y="20125"/>
                  </a:lnTo>
                  <a:lnTo>
                    <a:pt x="3162" y="18437"/>
                  </a:lnTo>
                  <a:lnTo>
                    <a:pt x="1474" y="16251"/>
                  </a:lnTo>
                  <a:lnTo>
                    <a:pt x="386" y="13671"/>
                  </a:lnTo>
                  <a:lnTo>
                    <a:pt x="0" y="10800"/>
                  </a:lnTo>
                  <a:close/>
                </a:path>
              </a:pathLst>
            </a:custGeom>
            <a:noFill/>
            <a:ln w="12700" cap="flat">
              <a:solidFill>
                <a:srgbClr val="1B4331"/>
              </a:solidFill>
              <a:prstDash val="solid"/>
              <a:round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730" name="object 54"/>
          <p:cNvSpPr txBox="1"/>
          <p:nvPr/>
        </p:nvSpPr>
        <p:spPr>
          <a:xfrm>
            <a:off x="3433826" y="4033623"/>
            <a:ext cx="5257802" cy="439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575309">
              <a:spcBef>
                <a:spcPts val="900"/>
              </a:spcBef>
              <a:defRPr b="1" sz="1200">
                <a:solidFill>
                  <a:srgbClr val="1B4331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All</a:t>
            </a:r>
            <a:r>
              <a:rPr spc="45"/>
              <a:t> </a:t>
            </a:r>
            <a:r>
              <a:rPr spc="-10"/>
              <a:t>clear</a:t>
            </a:r>
          </a:p>
          <a:p>
            <a:pPr indent="575309">
              <a:spcBef>
                <a:spcPts val="900"/>
              </a:spcBef>
              <a:defRPr sz="1100">
                <a:solidFill>
                  <a:srgbClr val="6B718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Good</a:t>
            </a:r>
            <a:r>
              <a:rPr spc="-19"/>
              <a:t> </a:t>
            </a:r>
            <a:r>
              <a:t>news</a:t>
            </a:r>
            <a:r>
              <a:rPr spc="-15"/>
              <a:t> </a:t>
            </a:r>
            <a:r>
              <a:t>counts</a:t>
            </a:r>
            <a:r>
              <a:rPr spc="-15"/>
              <a:t> </a:t>
            </a:r>
            <a:r>
              <a:t>too.</a:t>
            </a:r>
            <a:r>
              <a:rPr spc="-4"/>
              <a:t> </a:t>
            </a:r>
            <a:r>
              <a:t>We'll</a:t>
            </a:r>
            <a:r>
              <a:rPr spc="19"/>
              <a:t> </a:t>
            </a:r>
            <a:r>
              <a:t>tell</a:t>
            </a:r>
            <a:r>
              <a:rPr spc="19"/>
              <a:t> </a:t>
            </a:r>
            <a:r>
              <a:t>you</a:t>
            </a:r>
            <a:r>
              <a:rPr spc="-15"/>
              <a:t> </a:t>
            </a:r>
            <a:r>
              <a:t>when</a:t>
            </a:r>
            <a:r>
              <a:rPr spc="-15"/>
              <a:t> </a:t>
            </a:r>
            <a:r>
              <a:t>it's</a:t>
            </a:r>
            <a:r>
              <a:rPr spc="-15"/>
              <a:t> </a:t>
            </a:r>
            <a:r>
              <a:t>a</a:t>
            </a:r>
            <a:r>
              <a:rPr spc="39"/>
              <a:t> </a:t>
            </a:r>
            <a:r>
              <a:t>great</a:t>
            </a:r>
            <a:r>
              <a:rPr spc="-25"/>
              <a:t> </a:t>
            </a:r>
            <a:r>
              <a:t>day</a:t>
            </a:r>
            <a:r>
              <a:rPr spc="-9"/>
              <a:t> </a:t>
            </a:r>
            <a:r>
              <a:t>to</a:t>
            </a:r>
            <a:r>
              <a:rPr spc="-15"/>
              <a:t> </a:t>
            </a:r>
            <a:r>
              <a:t>be</a:t>
            </a:r>
            <a:r>
              <a:rPr spc="15"/>
              <a:t> </a:t>
            </a:r>
            <a:r>
              <a:rPr spc="-9"/>
              <a:t>outside.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1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3" name="d"/>
          <p:cNvSpPr/>
          <p:nvPr/>
        </p:nvSpPr>
        <p:spPr>
          <a:xfrm>
            <a:off x="309039" y="302806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4" name="d"/>
          <p:cNvSpPr/>
          <p:nvPr/>
        </p:nvSpPr>
        <p:spPr>
          <a:xfrm>
            <a:off x="291158" y="904911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5" name="d"/>
          <p:cNvSpPr/>
          <p:nvPr/>
        </p:nvSpPr>
        <p:spPr>
          <a:xfrm>
            <a:off x="307563" y="3382414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6" name="d"/>
          <p:cNvSpPr/>
          <p:nvPr/>
        </p:nvSpPr>
        <p:spPr>
          <a:xfrm>
            <a:off x="349129" y="4598487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7" name="d"/>
          <p:cNvSpPr/>
          <p:nvPr/>
        </p:nvSpPr>
        <p:spPr>
          <a:xfrm>
            <a:off x="981059" y="893718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8" name="d"/>
          <p:cNvSpPr/>
          <p:nvPr/>
        </p:nvSpPr>
        <p:spPr>
          <a:xfrm>
            <a:off x="976673" y="2133223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9" name="d"/>
          <p:cNvSpPr/>
          <p:nvPr/>
        </p:nvSpPr>
        <p:spPr>
          <a:xfrm>
            <a:off x="961881" y="2782809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0" name="d"/>
          <p:cNvSpPr/>
          <p:nvPr/>
        </p:nvSpPr>
        <p:spPr>
          <a:xfrm>
            <a:off x="1643838" y="915905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1" name="d"/>
          <p:cNvSpPr/>
          <p:nvPr/>
        </p:nvSpPr>
        <p:spPr>
          <a:xfrm>
            <a:off x="1644263" y="1506337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2" name="d"/>
          <p:cNvSpPr/>
          <p:nvPr/>
        </p:nvSpPr>
        <p:spPr>
          <a:xfrm>
            <a:off x="1627377" y="2147247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3" name="d"/>
          <p:cNvSpPr/>
          <p:nvPr/>
        </p:nvSpPr>
        <p:spPr>
          <a:xfrm>
            <a:off x="1645480" y="4026942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4" name="d"/>
          <p:cNvSpPr/>
          <p:nvPr/>
        </p:nvSpPr>
        <p:spPr>
          <a:xfrm>
            <a:off x="2277073" y="296683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5" name="d"/>
          <p:cNvSpPr/>
          <p:nvPr/>
        </p:nvSpPr>
        <p:spPr>
          <a:xfrm>
            <a:off x="2277963" y="2147857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6" name="d"/>
          <p:cNvSpPr/>
          <p:nvPr/>
        </p:nvSpPr>
        <p:spPr>
          <a:xfrm>
            <a:off x="2945189" y="873258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7" name="d"/>
          <p:cNvSpPr/>
          <p:nvPr/>
        </p:nvSpPr>
        <p:spPr>
          <a:xfrm>
            <a:off x="2959490" y="3367585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8" name="d"/>
          <p:cNvSpPr/>
          <p:nvPr/>
        </p:nvSpPr>
        <p:spPr>
          <a:xfrm>
            <a:off x="3628223" y="296425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9" name="d"/>
          <p:cNvSpPr/>
          <p:nvPr/>
        </p:nvSpPr>
        <p:spPr>
          <a:xfrm>
            <a:off x="3597478" y="887624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0" name="d"/>
          <p:cNvSpPr/>
          <p:nvPr/>
        </p:nvSpPr>
        <p:spPr>
          <a:xfrm>
            <a:off x="3620722" y="2116271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1" name="d"/>
          <p:cNvSpPr/>
          <p:nvPr/>
        </p:nvSpPr>
        <p:spPr>
          <a:xfrm>
            <a:off x="3592841" y="2760933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2" name="d"/>
          <p:cNvSpPr/>
          <p:nvPr/>
        </p:nvSpPr>
        <p:spPr>
          <a:xfrm>
            <a:off x="3585543" y="3394623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3" name="d"/>
          <p:cNvSpPr/>
          <p:nvPr/>
        </p:nvSpPr>
        <p:spPr>
          <a:xfrm>
            <a:off x="4285284" y="245154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4" name="d"/>
          <p:cNvSpPr/>
          <p:nvPr/>
        </p:nvSpPr>
        <p:spPr>
          <a:xfrm>
            <a:off x="4293001" y="914643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5" name="d"/>
          <p:cNvSpPr/>
          <p:nvPr/>
        </p:nvSpPr>
        <p:spPr>
          <a:xfrm>
            <a:off x="4275544" y="1517072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6" name="d"/>
          <p:cNvSpPr/>
          <p:nvPr/>
        </p:nvSpPr>
        <p:spPr>
          <a:xfrm>
            <a:off x="4262932" y="2110742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7" name="d"/>
          <p:cNvSpPr/>
          <p:nvPr/>
        </p:nvSpPr>
        <p:spPr>
          <a:xfrm>
            <a:off x="4264955" y="2763639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8" name="d"/>
          <p:cNvSpPr/>
          <p:nvPr/>
        </p:nvSpPr>
        <p:spPr>
          <a:xfrm>
            <a:off x="4917990" y="880264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9" name="d"/>
          <p:cNvSpPr/>
          <p:nvPr/>
        </p:nvSpPr>
        <p:spPr>
          <a:xfrm>
            <a:off x="4943873" y="2767115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0" name="d"/>
          <p:cNvSpPr/>
          <p:nvPr/>
        </p:nvSpPr>
        <p:spPr>
          <a:xfrm>
            <a:off x="5600012" y="1546383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1" name="d"/>
          <p:cNvSpPr/>
          <p:nvPr/>
        </p:nvSpPr>
        <p:spPr>
          <a:xfrm>
            <a:off x="5610099" y="3380321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2" name="d"/>
          <p:cNvSpPr/>
          <p:nvPr/>
        </p:nvSpPr>
        <p:spPr>
          <a:xfrm>
            <a:off x="5615809" y="4638773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3" name="d"/>
          <p:cNvSpPr/>
          <p:nvPr/>
        </p:nvSpPr>
        <p:spPr>
          <a:xfrm>
            <a:off x="6251121" y="263669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4" name="d"/>
          <p:cNvSpPr/>
          <p:nvPr/>
        </p:nvSpPr>
        <p:spPr>
          <a:xfrm>
            <a:off x="6255315" y="2145736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5" name="d"/>
          <p:cNvSpPr/>
          <p:nvPr/>
        </p:nvSpPr>
        <p:spPr>
          <a:xfrm>
            <a:off x="6921478" y="299065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6" name="d"/>
          <p:cNvSpPr/>
          <p:nvPr/>
        </p:nvSpPr>
        <p:spPr>
          <a:xfrm>
            <a:off x="6895862" y="2146528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7" name="d"/>
          <p:cNvSpPr/>
          <p:nvPr/>
        </p:nvSpPr>
        <p:spPr>
          <a:xfrm>
            <a:off x="6881166" y="2746892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8" name="d"/>
          <p:cNvSpPr/>
          <p:nvPr/>
        </p:nvSpPr>
        <p:spPr>
          <a:xfrm>
            <a:off x="6904569" y="3405678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9" name="d"/>
          <p:cNvSpPr/>
          <p:nvPr/>
        </p:nvSpPr>
        <p:spPr>
          <a:xfrm>
            <a:off x="6873978" y="4619025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0" name="d"/>
          <p:cNvSpPr/>
          <p:nvPr/>
        </p:nvSpPr>
        <p:spPr>
          <a:xfrm>
            <a:off x="7541383" y="915210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1" name="d"/>
          <p:cNvSpPr/>
          <p:nvPr/>
        </p:nvSpPr>
        <p:spPr>
          <a:xfrm>
            <a:off x="7545430" y="1539912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2" name="d"/>
          <p:cNvSpPr/>
          <p:nvPr/>
        </p:nvSpPr>
        <p:spPr>
          <a:xfrm>
            <a:off x="7543434" y="2152594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3" name="d"/>
          <p:cNvSpPr/>
          <p:nvPr/>
        </p:nvSpPr>
        <p:spPr>
          <a:xfrm>
            <a:off x="7563556" y="4636010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4" name="d"/>
          <p:cNvSpPr/>
          <p:nvPr/>
        </p:nvSpPr>
        <p:spPr>
          <a:xfrm>
            <a:off x="8225787" y="291533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5" name="d"/>
          <p:cNvSpPr/>
          <p:nvPr/>
        </p:nvSpPr>
        <p:spPr>
          <a:xfrm>
            <a:off x="8196115" y="2746331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6" name="d"/>
          <p:cNvSpPr/>
          <p:nvPr/>
        </p:nvSpPr>
        <p:spPr>
          <a:xfrm>
            <a:off x="8247043" y="3411608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7" name="d"/>
          <p:cNvSpPr/>
          <p:nvPr/>
        </p:nvSpPr>
        <p:spPr>
          <a:xfrm>
            <a:off x="8234584" y="4626802"/>
            <a:ext cx="45723" cy="45723"/>
          </a:xfrm>
          <a:prstGeom prst="ellipse">
            <a:avLst/>
          </a:prstGeom>
          <a:solidFill>
            <a:srgbClr val="40916C">
              <a:alpha val="30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8" name="tx"/>
          <p:cNvSpPr txBox="1"/>
          <p:nvPr/>
        </p:nvSpPr>
        <p:spPr>
          <a:xfrm>
            <a:off x="548640" y="502919"/>
            <a:ext cx="7680960" cy="513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3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Your neighborhood, right now</a:t>
            </a:r>
          </a:p>
        </p:txBody>
      </p:sp>
      <p:sp>
        <p:nvSpPr>
          <p:cNvPr id="779" name="tx"/>
          <p:cNvSpPr txBox="1"/>
          <p:nvPr/>
        </p:nvSpPr>
        <p:spPr>
          <a:xfrm>
            <a:off x="566927" y="1280160"/>
            <a:ext cx="7315201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500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One screen that answers the first thing people ask: is it okay to go outside right now?</a:t>
            </a:r>
          </a:p>
        </p:txBody>
      </p:sp>
      <p:sp>
        <p:nvSpPr>
          <p:cNvPr id="780" name="tx"/>
          <p:cNvSpPr txBox="1"/>
          <p:nvPr/>
        </p:nvSpPr>
        <p:spPr>
          <a:xfrm>
            <a:off x="548640" y="2240278"/>
            <a:ext cx="3383280" cy="2091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600">
                <a:solidFill>
                  <a:srgbClr val="F4A25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What it is</a:t>
            </a:r>
          </a:p>
        </p:txBody>
      </p:sp>
      <p:sp>
        <p:nvSpPr>
          <p:cNvPr id="781" name="tx"/>
          <p:cNvSpPr txBox="1"/>
          <p:nvPr/>
        </p:nvSpPr>
        <p:spPr>
          <a:xfrm>
            <a:off x="548640" y="2724911"/>
            <a:ext cx="3383280" cy="11192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It reads the same sensors, but instead of a map full of dots it just says how your block is doing right now.</a:t>
            </a:r>
          </a:p>
          <a:p>
            <a:pPr>
              <a:spcBef>
                <a:spcPts val="1100"/>
              </a:spcBef>
              <a:defRPr sz="1300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Good for a quick check before going out, or for anyone who would rather not read a map.</a:t>
            </a:r>
          </a:p>
        </p:txBody>
      </p:sp>
      <p:sp>
        <p:nvSpPr>
          <p:cNvPr id="782" name="pn"/>
          <p:cNvSpPr/>
          <p:nvPr/>
        </p:nvSpPr>
        <p:spPr>
          <a:xfrm>
            <a:off x="4480559" y="2103120"/>
            <a:ext cx="3291841" cy="2240280"/>
          </a:xfrm>
          <a:prstGeom prst="roundRect">
            <a:avLst>
              <a:gd name="adj" fmla="val 9000"/>
            </a:avLst>
          </a:prstGeom>
          <a:solidFill>
            <a:srgbClr val="081C13">
              <a:alpha val="62000"/>
            </a:srgbClr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3" name="tx"/>
          <p:cNvSpPr txBox="1"/>
          <p:nvPr/>
        </p:nvSpPr>
        <p:spPr>
          <a:xfrm>
            <a:off x="4736591" y="2249422"/>
            <a:ext cx="28346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F4A259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HEAT &amp; NOISE</a:t>
            </a:r>
          </a:p>
        </p:txBody>
      </p:sp>
      <p:sp>
        <p:nvSpPr>
          <p:cNvPr id="784" name="dt"/>
          <p:cNvSpPr/>
          <p:nvPr/>
        </p:nvSpPr>
        <p:spPr>
          <a:xfrm>
            <a:off x="4736591" y="2569464"/>
            <a:ext cx="182883" cy="182883"/>
          </a:xfrm>
          <a:prstGeom prst="ellipse">
            <a:avLst/>
          </a:prstGeom>
          <a:solidFill>
            <a:srgbClr val="F4A25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5" name="tx"/>
          <p:cNvSpPr txBox="1"/>
          <p:nvPr/>
        </p:nvSpPr>
        <p:spPr>
          <a:xfrm>
            <a:off x="5047488" y="2542032"/>
            <a:ext cx="25146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Heat   </a:t>
            </a:r>
            <a:r>
              <a:rPr b="0" sz="1100">
                <a:solidFill>
                  <a:srgbClr val="F4A259"/>
                </a:solidFill>
              </a:rPr>
              <a:t>Caution, feels like 88°F</a:t>
            </a:r>
          </a:p>
        </p:txBody>
      </p:sp>
      <p:sp>
        <p:nvSpPr>
          <p:cNvPr id="786" name="dt"/>
          <p:cNvSpPr/>
          <p:nvPr/>
        </p:nvSpPr>
        <p:spPr>
          <a:xfrm>
            <a:off x="4736591" y="2916934"/>
            <a:ext cx="182883" cy="182883"/>
          </a:xfrm>
          <a:prstGeom prst="ellipse">
            <a:avLst/>
          </a:prstGeom>
          <a:solidFill>
            <a:srgbClr val="F4A25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87" name="tx"/>
          <p:cNvSpPr txBox="1"/>
          <p:nvPr/>
        </p:nvSpPr>
        <p:spPr>
          <a:xfrm>
            <a:off x="5047488" y="2889504"/>
            <a:ext cx="25146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Noise   </a:t>
            </a:r>
            <a:r>
              <a:rPr b="0" sz="1100">
                <a:solidFill>
                  <a:srgbClr val="F4A259"/>
                </a:solidFill>
              </a:rPr>
              <a:t>OK, within limits</a:t>
            </a:r>
          </a:p>
        </p:txBody>
      </p:sp>
      <p:sp>
        <p:nvSpPr>
          <p:cNvPr id="788" name="tx"/>
          <p:cNvSpPr txBox="1"/>
          <p:nvPr/>
        </p:nvSpPr>
        <p:spPr>
          <a:xfrm>
            <a:off x="4736591" y="3291840"/>
            <a:ext cx="283464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b="1" sz="1000">
                <a:solidFill>
                  <a:srgbClr val="5BC0EB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AIR QUALITY</a:t>
            </a:r>
          </a:p>
        </p:txBody>
      </p:sp>
      <p:sp>
        <p:nvSpPr>
          <p:cNvPr id="789" name="dt"/>
          <p:cNvSpPr/>
          <p:nvPr/>
        </p:nvSpPr>
        <p:spPr>
          <a:xfrm>
            <a:off x="4736591" y="3611879"/>
            <a:ext cx="182883" cy="182883"/>
          </a:xfrm>
          <a:prstGeom prst="ellipse">
            <a:avLst/>
          </a:prstGeom>
          <a:solidFill>
            <a:srgbClr val="5BC0EB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0" name="tx"/>
          <p:cNvSpPr txBox="1"/>
          <p:nvPr/>
        </p:nvSpPr>
        <p:spPr>
          <a:xfrm>
            <a:off x="5047488" y="3584447"/>
            <a:ext cx="2514601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Air quality   </a:t>
            </a:r>
            <a:r>
              <a:rPr b="0" sz="1100">
                <a:solidFill>
                  <a:srgbClr val="5BC0EB"/>
                </a:solidFill>
              </a:rPr>
              <a:t>Good</a:t>
            </a:r>
          </a:p>
        </p:txBody>
      </p:sp>
      <p:sp>
        <p:nvSpPr>
          <p:cNvPr id="791" name="tx"/>
          <p:cNvSpPr txBox="1"/>
          <p:nvPr/>
        </p:nvSpPr>
        <p:spPr>
          <a:xfrm>
            <a:off x="4736591" y="3968496"/>
            <a:ext cx="2834642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i="1" sz="1000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Updated 2 min ago, example data</a:t>
            </a:r>
          </a:p>
        </p:txBody>
      </p:sp>
      <p:sp>
        <p:nvSpPr>
          <p:cNvPr id="792" name="tx"/>
          <p:cNvSpPr txBox="1"/>
          <p:nvPr/>
        </p:nvSpPr>
        <p:spPr>
          <a:xfrm>
            <a:off x="548639" y="4407408"/>
            <a:ext cx="4114803" cy="137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1000">
                <a:solidFill>
                  <a:srgbClr val="95D5B2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r>
              <a:t>commonsensesproject.org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Helvetica Neue"/>
        <a:ea typeface="Helvetica Neue"/>
        <a:cs typeface="Helvetica Neue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